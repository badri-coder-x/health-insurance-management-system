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9" r:id="rId11"/>
    <p:sldId id="270" r:id="rId12"/>
    <p:sldId id="263" r:id="rId13"/>
    <p:sldId id="264" r:id="rId14"/>
    <p:sldId id="265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9429EF-B606-4DF9-A7FD-3466DAF8F44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5FD9EA-407C-4902-86DB-C4F8B872AA45}">
      <dgm:prSet/>
      <dgm:spPr/>
      <dgm:t>
        <a:bodyPr/>
        <a:lstStyle/>
        <a:p>
          <a:r>
            <a:rPr lang="en-US" dirty="0"/>
            <a:t>To design and develop a </a:t>
          </a:r>
          <a:r>
            <a:rPr lang="en-US" b="1" dirty="0"/>
            <a:t>console-based application</a:t>
          </a:r>
          <a:r>
            <a:rPr lang="en-US" dirty="0"/>
            <a:t> that helps administrators handle health insurance policies and members.</a:t>
          </a:r>
        </a:p>
      </dgm:t>
    </dgm:pt>
    <dgm:pt modelId="{6CDDA03C-0C27-49CA-A85A-9BABD1F5B13A}" type="parTrans" cxnId="{C493AA30-FE1E-4CA5-AB94-0B2378B3DD07}">
      <dgm:prSet/>
      <dgm:spPr/>
      <dgm:t>
        <a:bodyPr/>
        <a:lstStyle/>
        <a:p>
          <a:endParaRPr lang="en-US"/>
        </a:p>
      </dgm:t>
    </dgm:pt>
    <dgm:pt modelId="{3B7C03E2-38DF-4CB1-86EF-99DADCA84F27}" type="sibTrans" cxnId="{C493AA30-FE1E-4CA5-AB94-0B2378B3DD07}">
      <dgm:prSet/>
      <dgm:spPr/>
      <dgm:t>
        <a:bodyPr/>
        <a:lstStyle/>
        <a:p>
          <a:endParaRPr lang="en-US"/>
        </a:p>
      </dgm:t>
    </dgm:pt>
    <dgm:pt modelId="{42ABC59F-2744-45EE-99E3-24A0FA2EDCC2}">
      <dgm:prSet/>
      <dgm:spPr/>
      <dgm:t>
        <a:bodyPr/>
        <a:lstStyle/>
        <a:p>
          <a:r>
            <a:rPr lang="en-US" dirty="0"/>
            <a:t>To </a:t>
          </a:r>
          <a:r>
            <a:rPr lang="en-US" b="1" dirty="0"/>
            <a:t>implement OOP </a:t>
          </a:r>
          <a:r>
            <a:rPr lang="en-US" b="1" dirty="0" err="1"/>
            <a:t>cocepts</a:t>
          </a:r>
          <a:r>
            <a:rPr lang="en-US" dirty="0"/>
            <a:t> in Java effectively.</a:t>
          </a:r>
        </a:p>
      </dgm:t>
    </dgm:pt>
    <dgm:pt modelId="{D08E08E4-07D6-41A9-944A-660A994E6B05}" type="parTrans" cxnId="{526EA081-29F1-4A10-A7B6-28CB5FB04062}">
      <dgm:prSet/>
      <dgm:spPr/>
      <dgm:t>
        <a:bodyPr/>
        <a:lstStyle/>
        <a:p>
          <a:endParaRPr lang="en-US"/>
        </a:p>
      </dgm:t>
    </dgm:pt>
    <dgm:pt modelId="{8375AA34-16C2-47D9-8069-0756D3454BB2}" type="sibTrans" cxnId="{526EA081-29F1-4A10-A7B6-28CB5FB04062}">
      <dgm:prSet/>
      <dgm:spPr/>
      <dgm:t>
        <a:bodyPr/>
        <a:lstStyle/>
        <a:p>
          <a:endParaRPr lang="en-US"/>
        </a:p>
      </dgm:t>
    </dgm:pt>
    <dgm:pt modelId="{B17CC554-DC68-40D2-8BB5-E6904B842AAB}">
      <dgm:prSet/>
      <dgm:spPr/>
      <dgm:t>
        <a:bodyPr/>
        <a:lstStyle/>
        <a:p>
          <a:r>
            <a:rPr lang="en-US"/>
            <a:t>To allow administrators to manage </a:t>
          </a:r>
          <a:r>
            <a:rPr lang="en-US" b="1"/>
            <a:t>member creation, assignment, claims, and reports</a:t>
          </a:r>
          <a:r>
            <a:rPr lang="en-US"/>
            <a:t> seamlessly.</a:t>
          </a:r>
        </a:p>
      </dgm:t>
    </dgm:pt>
    <dgm:pt modelId="{74D91BB8-C3EB-43D5-B738-10A011A1AFAE}" type="parTrans" cxnId="{EC5C1624-6923-44DE-B16B-2E5B8379C297}">
      <dgm:prSet/>
      <dgm:spPr/>
      <dgm:t>
        <a:bodyPr/>
        <a:lstStyle/>
        <a:p>
          <a:endParaRPr lang="en-US"/>
        </a:p>
      </dgm:t>
    </dgm:pt>
    <dgm:pt modelId="{B56DEC30-F872-4DD2-B6C9-C45339760184}" type="sibTrans" cxnId="{EC5C1624-6923-44DE-B16B-2E5B8379C297}">
      <dgm:prSet/>
      <dgm:spPr/>
      <dgm:t>
        <a:bodyPr/>
        <a:lstStyle/>
        <a:p>
          <a:endParaRPr lang="en-US"/>
        </a:p>
      </dgm:t>
    </dgm:pt>
    <dgm:pt modelId="{321366DD-3745-4D08-B88D-37DF197AC2CE}">
      <dgm:prSet/>
      <dgm:spPr/>
      <dgm:t>
        <a:bodyPr/>
        <a:lstStyle/>
        <a:p>
          <a:r>
            <a:rPr lang="en-US"/>
            <a:t>To maintain data consistency using </a:t>
          </a:r>
          <a:r>
            <a:rPr lang="en-US" b="1"/>
            <a:t>HashMap collections</a:t>
          </a:r>
          <a:r>
            <a:rPr lang="en-US"/>
            <a:t>.</a:t>
          </a:r>
        </a:p>
      </dgm:t>
    </dgm:pt>
    <dgm:pt modelId="{DFC501BF-56D7-4332-A31A-17F40353B373}" type="parTrans" cxnId="{896FCED8-CE67-4338-80CA-40F11CD26F5E}">
      <dgm:prSet/>
      <dgm:spPr/>
      <dgm:t>
        <a:bodyPr/>
        <a:lstStyle/>
        <a:p>
          <a:endParaRPr lang="en-US"/>
        </a:p>
      </dgm:t>
    </dgm:pt>
    <dgm:pt modelId="{7ED7A4C1-E53E-422C-8821-DD1F5CAF0892}" type="sibTrans" cxnId="{896FCED8-CE67-4338-80CA-40F11CD26F5E}">
      <dgm:prSet/>
      <dgm:spPr/>
      <dgm:t>
        <a:bodyPr/>
        <a:lstStyle/>
        <a:p>
          <a:endParaRPr lang="en-US"/>
        </a:p>
      </dgm:t>
    </dgm:pt>
    <dgm:pt modelId="{43A3B62C-45EA-4D2D-ADC7-E866EB8521E2}" type="pres">
      <dgm:prSet presAssocID="{489429EF-B606-4DF9-A7FD-3466DAF8F44C}" presName="vert0" presStyleCnt="0">
        <dgm:presLayoutVars>
          <dgm:dir/>
          <dgm:animOne val="branch"/>
          <dgm:animLvl val="lvl"/>
        </dgm:presLayoutVars>
      </dgm:prSet>
      <dgm:spPr/>
    </dgm:pt>
    <dgm:pt modelId="{B4D792F4-3DEC-42F4-A215-D5F82A842E19}" type="pres">
      <dgm:prSet presAssocID="{E65FD9EA-407C-4902-86DB-C4F8B872AA45}" presName="thickLine" presStyleLbl="alignNode1" presStyleIdx="0" presStyleCnt="4"/>
      <dgm:spPr/>
    </dgm:pt>
    <dgm:pt modelId="{D196A0CF-D1A5-4680-AD08-A9BE22F379FE}" type="pres">
      <dgm:prSet presAssocID="{E65FD9EA-407C-4902-86DB-C4F8B872AA45}" presName="horz1" presStyleCnt="0"/>
      <dgm:spPr/>
    </dgm:pt>
    <dgm:pt modelId="{D5A59076-7590-452E-B29C-986DBBFC8DDA}" type="pres">
      <dgm:prSet presAssocID="{E65FD9EA-407C-4902-86DB-C4F8B872AA45}" presName="tx1" presStyleLbl="revTx" presStyleIdx="0" presStyleCnt="4"/>
      <dgm:spPr/>
    </dgm:pt>
    <dgm:pt modelId="{0B65237E-6AF7-4AEE-89CA-AF9520F3B611}" type="pres">
      <dgm:prSet presAssocID="{E65FD9EA-407C-4902-86DB-C4F8B872AA45}" presName="vert1" presStyleCnt="0"/>
      <dgm:spPr/>
    </dgm:pt>
    <dgm:pt modelId="{1DF4B6AF-D196-4A56-B9A2-BE52FE726C35}" type="pres">
      <dgm:prSet presAssocID="{42ABC59F-2744-45EE-99E3-24A0FA2EDCC2}" presName="thickLine" presStyleLbl="alignNode1" presStyleIdx="1" presStyleCnt="4"/>
      <dgm:spPr/>
    </dgm:pt>
    <dgm:pt modelId="{8465B296-DBD8-47F0-AB74-641647BDDC60}" type="pres">
      <dgm:prSet presAssocID="{42ABC59F-2744-45EE-99E3-24A0FA2EDCC2}" presName="horz1" presStyleCnt="0"/>
      <dgm:spPr/>
    </dgm:pt>
    <dgm:pt modelId="{2423967C-0CB0-400D-903F-2393CC344BFC}" type="pres">
      <dgm:prSet presAssocID="{42ABC59F-2744-45EE-99E3-24A0FA2EDCC2}" presName="tx1" presStyleLbl="revTx" presStyleIdx="1" presStyleCnt="4"/>
      <dgm:spPr/>
    </dgm:pt>
    <dgm:pt modelId="{7D872EC5-FBE0-4AEC-826C-DC28BC464052}" type="pres">
      <dgm:prSet presAssocID="{42ABC59F-2744-45EE-99E3-24A0FA2EDCC2}" presName="vert1" presStyleCnt="0"/>
      <dgm:spPr/>
    </dgm:pt>
    <dgm:pt modelId="{6596C62C-B42A-4FC0-942E-207336B2280E}" type="pres">
      <dgm:prSet presAssocID="{B17CC554-DC68-40D2-8BB5-E6904B842AAB}" presName="thickLine" presStyleLbl="alignNode1" presStyleIdx="2" presStyleCnt="4"/>
      <dgm:spPr/>
    </dgm:pt>
    <dgm:pt modelId="{82892AAA-2360-4875-8DC4-1691F7DD3AFF}" type="pres">
      <dgm:prSet presAssocID="{B17CC554-DC68-40D2-8BB5-E6904B842AAB}" presName="horz1" presStyleCnt="0"/>
      <dgm:spPr/>
    </dgm:pt>
    <dgm:pt modelId="{AA30622C-1890-4535-91E8-7E3273B69A6F}" type="pres">
      <dgm:prSet presAssocID="{B17CC554-DC68-40D2-8BB5-E6904B842AAB}" presName="tx1" presStyleLbl="revTx" presStyleIdx="2" presStyleCnt="4"/>
      <dgm:spPr/>
    </dgm:pt>
    <dgm:pt modelId="{EC1AB865-FFC7-4C3B-B893-89DAE2DE097A}" type="pres">
      <dgm:prSet presAssocID="{B17CC554-DC68-40D2-8BB5-E6904B842AAB}" presName="vert1" presStyleCnt="0"/>
      <dgm:spPr/>
    </dgm:pt>
    <dgm:pt modelId="{EC5AC4C5-7077-42C0-9879-B8F2841308AE}" type="pres">
      <dgm:prSet presAssocID="{321366DD-3745-4D08-B88D-37DF197AC2CE}" presName="thickLine" presStyleLbl="alignNode1" presStyleIdx="3" presStyleCnt="4"/>
      <dgm:spPr/>
    </dgm:pt>
    <dgm:pt modelId="{AB9035CC-7327-4FBD-B77E-379E23269806}" type="pres">
      <dgm:prSet presAssocID="{321366DD-3745-4D08-B88D-37DF197AC2CE}" presName="horz1" presStyleCnt="0"/>
      <dgm:spPr/>
    </dgm:pt>
    <dgm:pt modelId="{D3B4EA01-D7B1-4561-8D4E-CF37D46A2436}" type="pres">
      <dgm:prSet presAssocID="{321366DD-3745-4D08-B88D-37DF197AC2CE}" presName="tx1" presStyleLbl="revTx" presStyleIdx="3" presStyleCnt="4"/>
      <dgm:spPr/>
    </dgm:pt>
    <dgm:pt modelId="{B9C2D0C8-FC46-455C-AB93-7E1401C48CFC}" type="pres">
      <dgm:prSet presAssocID="{321366DD-3745-4D08-B88D-37DF197AC2CE}" presName="vert1" presStyleCnt="0"/>
      <dgm:spPr/>
    </dgm:pt>
  </dgm:ptLst>
  <dgm:cxnLst>
    <dgm:cxn modelId="{2CEEE01C-F6AF-464A-AE13-D8AE286A0F3E}" type="presOf" srcId="{42ABC59F-2744-45EE-99E3-24A0FA2EDCC2}" destId="{2423967C-0CB0-400D-903F-2393CC344BFC}" srcOrd="0" destOrd="0" presId="urn:microsoft.com/office/officeart/2008/layout/LinedList"/>
    <dgm:cxn modelId="{EC5C1624-6923-44DE-B16B-2E5B8379C297}" srcId="{489429EF-B606-4DF9-A7FD-3466DAF8F44C}" destId="{B17CC554-DC68-40D2-8BB5-E6904B842AAB}" srcOrd="2" destOrd="0" parTransId="{74D91BB8-C3EB-43D5-B738-10A011A1AFAE}" sibTransId="{B56DEC30-F872-4DD2-B6C9-C45339760184}"/>
    <dgm:cxn modelId="{C493AA30-FE1E-4CA5-AB94-0B2378B3DD07}" srcId="{489429EF-B606-4DF9-A7FD-3466DAF8F44C}" destId="{E65FD9EA-407C-4902-86DB-C4F8B872AA45}" srcOrd="0" destOrd="0" parTransId="{6CDDA03C-0C27-49CA-A85A-9BABD1F5B13A}" sibTransId="{3B7C03E2-38DF-4CB1-86EF-99DADCA84F27}"/>
    <dgm:cxn modelId="{C6D71B6F-F73A-45CF-AB48-F49FF8A7EB0B}" type="presOf" srcId="{321366DD-3745-4D08-B88D-37DF197AC2CE}" destId="{D3B4EA01-D7B1-4561-8D4E-CF37D46A2436}" srcOrd="0" destOrd="0" presId="urn:microsoft.com/office/officeart/2008/layout/LinedList"/>
    <dgm:cxn modelId="{526EA081-29F1-4A10-A7B6-28CB5FB04062}" srcId="{489429EF-B606-4DF9-A7FD-3466DAF8F44C}" destId="{42ABC59F-2744-45EE-99E3-24A0FA2EDCC2}" srcOrd="1" destOrd="0" parTransId="{D08E08E4-07D6-41A9-944A-660A994E6B05}" sibTransId="{8375AA34-16C2-47D9-8069-0756D3454BB2}"/>
    <dgm:cxn modelId="{B30ACC88-BD2A-44ED-98AB-7F049937C918}" type="presOf" srcId="{E65FD9EA-407C-4902-86DB-C4F8B872AA45}" destId="{D5A59076-7590-452E-B29C-986DBBFC8DDA}" srcOrd="0" destOrd="0" presId="urn:microsoft.com/office/officeart/2008/layout/LinedList"/>
    <dgm:cxn modelId="{3B77A5AB-9F53-487A-9E7F-032E4BD90334}" type="presOf" srcId="{489429EF-B606-4DF9-A7FD-3466DAF8F44C}" destId="{43A3B62C-45EA-4D2D-ADC7-E866EB8521E2}" srcOrd="0" destOrd="0" presId="urn:microsoft.com/office/officeart/2008/layout/LinedList"/>
    <dgm:cxn modelId="{5583C0CF-1DFB-4ED0-944C-FAEB10EB46E4}" type="presOf" srcId="{B17CC554-DC68-40D2-8BB5-E6904B842AAB}" destId="{AA30622C-1890-4535-91E8-7E3273B69A6F}" srcOrd="0" destOrd="0" presId="urn:microsoft.com/office/officeart/2008/layout/LinedList"/>
    <dgm:cxn modelId="{896FCED8-CE67-4338-80CA-40F11CD26F5E}" srcId="{489429EF-B606-4DF9-A7FD-3466DAF8F44C}" destId="{321366DD-3745-4D08-B88D-37DF197AC2CE}" srcOrd="3" destOrd="0" parTransId="{DFC501BF-56D7-4332-A31A-17F40353B373}" sibTransId="{7ED7A4C1-E53E-422C-8821-DD1F5CAF0892}"/>
    <dgm:cxn modelId="{478A41BE-0C86-47E2-85A2-EF1000D19A31}" type="presParOf" srcId="{43A3B62C-45EA-4D2D-ADC7-E866EB8521E2}" destId="{B4D792F4-3DEC-42F4-A215-D5F82A842E19}" srcOrd="0" destOrd="0" presId="urn:microsoft.com/office/officeart/2008/layout/LinedList"/>
    <dgm:cxn modelId="{AF9C33B8-18E1-4AA7-842B-FF94C3061DE7}" type="presParOf" srcId="{43A3B62C-45EA-4D2D-ADC7-E866EB8521E2}" destId="{D196A0CF-D1A5-4680-AD08-A9BE22F379FE}" srcOrd="1" destOrd="0" presId="urn:microsoft.com/office/officeart/2008/layout/LinedList"/>
    <dgm:cxn modelId="{0C3955EA-D7C7-49D7-85EC-F829816FF557}" type="presParOf" srcId="{D196A0CF-D1A5-4680-AD08-A9BE22F379FE}" destId="{D5A59076-7590-452E-B29C-986DBBFC8DDA}" srcOrd="0" destOrd="0" presId="urn:microsoft.com/office/officeart/2008/layout/LinedList"/>
    <dgm:cxn modelId="{E9037074-9BA3-4BCE-8D30-2D3886841993}" type="presParOf" srcId="{D196A0CF-D1A5-4680-AD08-A9BE22F379FE}" destId="{0B65237E-6AF7-4AEE-89CA-AF9520F3B611}" srcOrd="1" destOrd="0" presId="urn:microsoft.com/office/officeart/2008/layout/LinedList"/>
    <dgm:cxn modelId="{B0571706-3DAE-49DC-9D5D-9017BD536B4F}" type="presParOf" srcId="{43A3B62C-45EA-4D2D-ADC7-E866EB8521E2}" destId="{1DF4B6AF-D196-4A56-B9A2-BE52FE726C35}" srcOrd="2" destOrd="0" presId="urn:microsoft.com/office/officeart/2008/layout/LinedList"/>
    <dgm:cxn modelId="{FFACF3AE-38DB-4179-9FBB-201A503430D6}" type="presParOf" srcId="{43A3B62C-45EA-4D2D-ADC7-E866EB8521E2}" destId="{8465B296-DBD8-47F0-AB74-641647BDDC60}" srcOrd="3" destOrd="0" presId="urn:microsoft.com/office/officeart/2008/layout/LinedList"/>
    <dgm:cxn modelId="{683861A0-2A82-4E68-B4D2-FF7EA4E7EEE3}" type="presParOf" srcId="{8465B296-DBD8-47F0-AB74-641647BDDC60}" destId="{2423967C-0CB0-400D-903F-2393CC344BFC}" srcOrd="0" destOrd="0" presId="urn:microsoft.com/office/officeart/2008/layout/LinedList"/>
    <dgm:cxn modelId="{D8F56DFD-6B2C-48F1-858E-07DFAA02D8AA}" type="presParOf" srcId="{8465B296-DBD8-47F0-AB74-641647BDDC60}" destId="{7D872EC5-FBE0-4AEC-826C-DC28BC464052}" srcOrd="1" destOrd="0" presId="urn:microsoft.com/office/officeart/2008/layout/LinedList"/>
    <dgm:cxn modelId="{585C1649-4746-466C-843E-AF37A6EAC2E6}" type="presParOf" srcId="{43A3B62C-45EA-4D2D-ADC7-E866EB8521E2}" destId="{6596C62C-B42A-4FC0-942E-207336B2280E}" srcOrd="4" destOrd="0" presId="urn:microsoft.com/office/officeart/2008/layout/LinedList"/>
    <dgm:cxn modelId="{8B22A6FA-E10F-4808-9BFC-1D9DE31ACAB0}" type="presParOf" srcId="{43A3B62C-45EA-4D2D-ADC7-E866EB8521E2}" destId="{82892AAA-2360-4875-8DC4-1691F7DD3AFF}" srcOrd="5" destOrd="0" presId="urn:microsoft.com/office/officeart/2008/layout/LinedList"/>
    <dgm:cxn modelId="{1C9247E5-5F2B-49DC-BD2F-77B6B71D045F}" type="presParOf" srcId="{82892AAA-2360-4875-8DC4-1691F7DD3AFF}" destId="{AA30622C-1890-4535-91E8-7E3273B69A6F}" srcOrd="0" destOrd="0" presId="urn:microsoft.com/office/officeart/2008/layout/LinedList"/>
    <dgm:cxn modelId="{33B02885-EDD5-4FBE-94B7-FCB9D066EC79}" type="presParOf" srcId="{82892AAA-2360-4875-8DC4-1691F7DD3AFF}" destId="{EC1AB865-FFC7-4C3B-B893-89DAE2DE097A}" srcOrd="1" destOrd="0" presId="urn:microsoft.com/office/officeart/2008/layout/LinedList"/>
    <dgm:cxn modelId="{3200E6A8-4BB0-4966-B25A-42F79E0B68B7}" type="presParOf" srcId="{43A3B62C-45EA-4D2D-ADC7-E866EB8521E2}" destId="{EC5AC4C5-7077-42C0-9879-B8F2841308AE}" srcOrd="6" destOrd="0" presId="urn:microsoft.com/office/officeart/2008/layout/LinedList"/>
    <dgm:cxn modelId="{8FA121C0-3C39-4D2B-871E-270E059F3B24}" type="presParOf" srcId="{43A3B62C-45EA-4D2D-ADC7-E866EB8521E2}" destId="{AB9035CC-7327-4FBD-B77E-379E23269806}" srcOrd="7" destOrd="0" presId="urn:microsoft.com/office/officeart/2008/layout/LinedList"/>
    <dgm:cxn modelId="{8A5243A2-9296-4D3B-80F6-4A49119F6379}" type="presParOf" srcId="{AB9035CC-7327-4FBD-B77E-379E23269806}" destId="{D3B4EA01-D7B1-4561-8D4E-CF37D46A2436}" srcOrd="0" destOrd="0" presId="urn:microsoft.com/office/officeart/2008/layout/LinedList"/>
    <dgm:cxn modelId="{61B3CFFA-046D-4D26-AC22-A91E352D047B}" type="presParOf" srcId="{AB9035CC-7327-4FBD-B77E-379E23269806}" destId="{B9C2D0C8-FC46-455C-AB93-7E1401C48CF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E3581B-F181-410E-841A-CD55DBF33F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42757C-0B0B-4E3E-A39B-F304620E5E41}">
      <dgm:prSet/>
      <dgm:spPr/>
      <dgm:t>
        <a:bodyPr/>
        <a:lstStyle/>
        <a:p>
          <a:r>
            <a:rPr lang="en-US" b="0" i="0" baseline="0"/>
            <a:t>This project simulates the operations of a health insurance company where an </a:t>
          </a:r>
          <a:r>
            <a:rPr lang="en-US" b="1" i="0" baseline="0"/>
            <a:t>admin</a:t>
          </a:r>
          <a:r>
            <a:rPr lang="en-US" b="0" i="0" baseline="0"/>
            <a:t> manages all policyholders.</a:t>
          </a:r>
          <a:endParaRPr lang="en-US"/>
        </a:p>
      </dgm:t>
    </dgm:pt>
    <dgm:pt modelId="{47B56B7B-E51B-483B-8FA0-8CD2EF9C8A22}" type="parTrans" cxnId="{F6EEDF03-7275-4753-946F-11D5378AF5E8}">
      <dgm:prSet/>
      <dgm:spPr/>
      <dgm:t>
        <a:bodyPr/>
        <a:lstStyle/>
        <a:p>
          <a:endParaRPr lang="en-US"/>
        </a:p>
      </dgm:t>
    </dgm:pt>
    <dgm:pt modelId="{BE2DD751-8189-4545-9756-6EBC71CCC482}" type="sibTrans" cxnId="{F6EEDF03-7275-4753-946F-11D5378AF5E8}">
      <dgm:prSet/>
      <dgm:spPr/>
      <dgm:t>
        <a:bodyPr/>
        <a:lstStyle/>
        <a:p>
          <a:endParaRPr lang="en-US"/>
        </a:p>
      </dgm:t>
    </dgm:pt>
    <dgm:pt modelId="{608CFF90-965B-4C6B-B6E3-66D987859FEC}">
      <dgm:prSet/>
      <dgm:spPr/>
      <dgm:t>
        <a:bodyPr/>
        <a:lstStyle/>
        <a:p>
          <a:r>
            <a:rPr lang="en-US" b="0" i="0" baseline="0"/>
            <a:t>Members can be added, upgraded, or removed from the system.</a:t>
          </a:r>
          <a:endParaRPr lang="en-US"/>
        </a:p>
      </dgm:t>
    </dgm:pt>
    <dgm:pt modelId="{A4700947-0A00-4BCE-815F-D6966865339B}" type="parTrans" cxnId="{EE06BB25-593E-4063-9845-137EAD5D7ABE}">
      <dgm:prSet/>
      <dgm:spPr/>
      <dgm:t>
        <a:bodyPr/>
        <a:lstStyle/>
        <a:p>
          <a:endParaRPr lang="en-US"/>
        </a:p>
      </dgm:t>
    </dgm:pt>
    <dgm:pt modelId="{5E4D2927-2BA1-46A9-9EEA-E28BFEBD8D96}" type="sibTrans" cxnId="{EE06BB25-593E-4063-9845-137EAD5D7ABE}">
      <dgm:prSet/>
      <dgm:spPr/>
      <dgm:t>
        <a:bodyPr/>
        <a:lstStyle/>
        <a:p>
          <a:endParaRPr lang="en-US"/>
        </a:p>
      </dgm:t>
    </dgm:pt>
    <dgm:pt modelId="{249C15E9-1701-4668-BB74-73296590DFA4}">
      <dgm:prSet/>
      <dgm:spPr/>
      <dgm:t>
        <a:bodyPr/>
        <a:lstStyle/>
        <a:p>
          <a:r>
            <a:rPr lang="en-US" b="0" i="0" baseline="0"/>
            <a:t>The system calculates </a:t>
          </a:r>
          <a:r>
            <a:rPr lang="en-US" b="1" i="0" baseline="0"/>
            <a:t>claims, total revenue</a:t>
          </a:r>
          <a:r>
            <a:rPr lang="en-US" b="0" i="0" baseline="0"/>
            <a:t>, and supports </a:t>
          </a:r>
          <a:r>
            <a:rPr lang="en-US" b="1" i="0" baseline="0"/>
            <a:t>policy upgrades</a:t>
          </a:r>
          <a:r>
            <a:rPr lang="en-US" b="0" i="0" baseline="0"/>
            <a:t> based on income.</a:t>
          </a:r>
          <a:endParaRPr lang="en-US"/>
        </a:p>
      </dgm:t>
    </dgm:pt>
    <dgm:pt modelId="{3872D7E4-AF5A-4A04-9F6C-782C3577AEC0}" type="parTrans" cxnId="{6E039076-AD5E-44B0-88E1-B27A2BE01E7C}">
      <dgm:prSet/>
      <dgm:spPr/>
      <dgm:t>
        <a:bodyPr/>
        <a:lstStyle/>
        <a:p>
          <a:endParaRPr lang="en-US"/>
        </a:p>
      </dgm:t>
    </dgm:pt>
    <dgm:pt modelId="{E09C1480-C818-4DD2-9601-684A145BE039}" type="sibTrans" cxnId="{6E039076-AD5E-44B0-88E1-B27A2BE01E7C}">
      <dgm:prSet/>
      <dgm:spPr/>
      <dgm:t>
        <a:bodyPr/>
        <a:lstStyle/>
        <a:p>
          <a:endParaRPr lang="en-US"/>
        </a:p>
      </dgm:t>
    </dgm:pt>
    <dgm:pt modelId="{B0F5E1C9-44DF-4B05-AD85-E6BD70B7545D}">
      <dgm:prSet/>
      <dgm:spPr/>
      <dgm:t>
        <a:bodyPr/>
        <a:lstStyle/>
        <a:p>
          <a:r>
            <a:rPr lang="en-US" b="0" i="0" baseline="0"/>
            <a:t>It’s a </a:t>
          </a:r>
          <a:r>
            <a:rPr lang="en-US" b="1" i="0" baseline="0"/>
            <a:t>menu-driven console program</a:t>
          </a:r>
          <a:r>
            <a:rPr lang="en-US" b="0" i="0" baseline="0"/>
            <a:t> demonstrating real-world object mapping in Java.</a:t>
          </a:r>
          <a:endParaRPr lang="en-US"/>
        </a:p>
      </dgm:t>
    </dgm:pt>
    <dgm:pt modelId="{DDA8DB98-5FDB-44D5-AD95-2F18FD44B690}" type="parTrans" cxnId="{1B894BC7-47C6-4055-ABD2-090673CFE992}">
      <dgm:prSet/>
      <dgm:spPr/>
      <dgm:t>
        <a:bodyPr/>
        <a:lstStyle/>
        <a:p>
          <a:endParaRPr lang="en-US"/>
        </a:p>
      </dgm:t>
    </dgm:pt>
    <dgm:pt modelId="{1324AB14-7E9B-4A8A-9804-6002EB98296E}" type="sibTrans" cxnId="{1B894BC7-47C6-4055-ABD2-090673CFE992}">
      <dgm:prSet/>
      <dgm:spPr/>
      <dgm:t>
        <a:bodyPr/>
        <a:lstStyle/>
        <a:p>
          <a:endParaRPr lang="en-US"/>
        </a:p>
      </dgm:t>
    </dgm:pt>
    <dgm:pt modelId="{8122B087-7303-4DA2-B303-044A1D302C90}" type="pres">
      <dgm:prSet presAssocID="{0CE3581B-F181-410E-841A-CD55DBF33FD7}" presName="vert0" presStyleCnt="0">
        <dgm:presLayoutVars>
          <dgm:dir/>
          <dgm:animOne val="branch"/>
          <dgm:animLvl val="lvl"/>
        </dgm:presLayoutVars>
      </dgm:prSet>
      <dgm:spPr/>
    </dgm:pt>
    <dgm:pt modelId="{40AD307F-75B5-4798-9DA2-E34303D47236}" type="pres">
      <dgm:prSet presAssocID="{4042757C-0B0B-4E3E-A39B-F304620E5E41}" presName="thickLine" presStyleLbl="alignNode1" presStyleIdx="0" presStyleCnt="4"/>
      <dgm:spPr/>
    </dgm:pt>
    <dgm:pt modelId="{22CA9AC2-BECA-4F0B-8815-6F825F5C5CFB}" type="pres">
      <dgm:prSet presAssocID="{4042757C-0B0B-4E3E-A39B-F304620E5E41}" presName="horz1" presStyleCnt="0"/>
      <dgm:spPr/>
    </dgm:pt>
    <dgm:pt modelId="{A3B3C3DE-C7EE-409E-97C4-1BC131340573}" type="pres">
      <dgm:prSet presAssocID="{4042757C-0B0B-4E3E-A39B-F304620E5E41}" presName="tx1" presStyleLbl="revTx" presStyleIdx="0" presStyleCnt="4"/>
      <dgm:spPr/>
    </dgm:pt>
    <dgm:pt modelId="{B31F327C-3BF9-4FAB-856B-F750C19495B9}" type="pres">
      <dgm:prSet presAssocID="{4042757C-0B0B-4E3E-A39B-F304620E5E41}" presName="vert1" presStyleCnt="0"/>
      <dgm:spPr/>
    </dgm:pt>
    <dgm:pt modelId="{2E14262F-7D42-4EB1-8AEE-1487EF0BAE81}" type="pres">
      <dgm:prSet presAssocID="{608CFF90-965B-4C6B-B6E3-66D987859FEC}" presName="thickLine" presStyleLbl="alignNode1" presStyleIdx="1" presStyleCnt="4"/>
      <dgm:spPr/>
    </dgm:pt>
    <dgm:pt modelId="{6773B84B-7CDC-4681-950D-B5EFDAAFC7C3}" type="pres">
      <dgm:prSet presAssocID="{608CFF90-965B-4C6B-B6E3-66D987859FEC}" presName="horz1" presStyleCnt="0"/>
      <dgm:spPr/>
    </dgm:pt>
    <dgm:pt modelId="{02641363-6257-441A-B259-B848D3DBF5F8}" type="pres">
      <dgm:prSet presAssocID="{608CFF90-965B-4C6B-B6E3-66D987859FEC}" presName="tx1" presStyleLbl="revTx" presStyleIdx="1" presStyleCnt="4"/>
      <dgm:spPr/>
    </dgm:pt>
    <dgm:pt modelId="{7F679263-FE88-4673-AB9D-50043879A7E7}" type="pres">
      <dgm:prSet presAssocID="{608CFF90-965B-4C6B-B6E3-66D987859FEC}" presName="vert1" presStyleCnt="0"/>
      <dgm:spPr/>
    </dgm:pt>
    <dgm:pt modelId="{D0B2FFA3-3CA9-486E-852E-A31EF31902D7}" type="pres">
      <dgm:prSet presAssocID="{249C15E9-1701-4668-BB74-73296590DFA4}" presName="thickLine" presStyleLbl="alignNode1" presStyleIdx="2" presStyleCnt="4"/>
      <dgm:spPr/>
    </dgm:pt>
    <dgm:pt modelId="{1BE0F820-6C5E-4F2C-9806-CF6ADFF5E0F0}" type="pres">
      <dgm:prSet presAssocID="{249C15E9-1701-4668-BB74-73296590DFA4}" presName="horz1" presStyleCnt="0"/>
      <dgm:spPr/>
    </dgm:pt>
    <dgm:pt modelId="{FB43D8AA-FE42-47EB-8732-BEFE5E051B61}" type="pres">
      <dgm:prSet presAssocID="{249C15E9-1701-4668-BB74-73296590DFA4}" presName="tx1" presStyleLbl="revTx" presStyleIdx="2" presStyleCnt="4"/>
      <dgm:spPr/>
    </dgm:pt>
    <dgm:pt modelId="{5528C933-136D-4641-BDC0-18F281C37D4A}" type="pres">
      <dgm:prSet presAssocID="{249C15E9-1701-4668-BB74-73296590DFA4}" presName="vert1" presStyleCnt="0"/>
      <dgm:spPr/>
    </dgm:pt>
    <dgm:pt modelId="{44B7193B-AE7D-400B-B4E1-A150430113D6}" type="pres">
      <dgm:prSet presAssocID="{B0F5E1C9-44DF-4B05-AD85-E6BD70B7545D}" presName="thickLine" presStyleLbl="alignNode1" presStyleIdx="3" presStyleCnt="4"/>
      <dgm:spPr/>
    </dgm:pt>
    <dgm:pt modelId="{65299B71-D796-4CAB-9789-8796A9488002}" type="pres">
      <dgm:prSet presAssocID="{B0F5E1C9-44DF-4B05-AD85-E6BD70B7545D}" presName="horz1" presStyleCnt="0"/>
      <dgm:spPr/>
    </dgm:pt>
    <dgm:pt modelId="{DFE44BDA-2B0E-44F7-8506-2CFC0502EF9B}" type="pres">
      <dgm:prSet presAssocID="{B0F5E1C9-44DF-4B05-AD85-E6BD70B7545D}" presName="tx1" presStyleLbl="revTx" presStyleIdx="3" presStyleCnt="4"/>
      <dgm:spPr/>
    </dgm:pt>
    <dgm:pt modelId="{A9E02AC1-6816-43BD-AD1D-6A83261653D8}" type="pres">
      <dgm:prSet presAssocID="{B0F5E1C9-44DF-4B05-AD85-E6BD70B7545D}" presName="vert1" presStyleCnt="0"/>
      <dgm:spPr/>
    </dgm:pt>
  </dgm:ptLst>
  <dgm:cxnLst>
    <dgm:cxn modelId="{F6EEDF03-7275-4753-946F-11D5378AF5E8}" srcId="{0CE3581B-F181-410E-841A-CD55DBF33FD7}" destId="{4042757C-0B0B-4E3E-A39B-F304620E5E41}" srcOrd="0" destOrd="0" parTransId="{47B56B7B-E51B-483B-8FA0-8CD2EF9C8A22}" sibTransId="{BE2DD751-8189-4545-9756-6EBC71CCC482}"/>
    <dgm:cxn modelId="{D4A1120C-4AF6-4659-97E2-BB4EFB3929F0}" type="presOf" srcId="{4042757C-0B0B-4E3E-A39B-F304620E5E41}" destId="{A3B3C3DE-C7EE-409E-97C4-1BC131340573}" srcOrd="0" destOrd="0" presId="urn:microsoft.com/office/officeart/2008/layout/LinedList"/>
    <dgm:cxn modelId="{128E9720-B110-41FE-87DE-6F407E609693}" type="presOf" srcId="{608CFF90-965B-4C6B-B6E3-66D987859FEC}" destId="{02641363-6257-441A-B259-B848D3DBF5F8}" srcOrd="0" destOrd="0" presId="urn:microsoft.com/office/officeart/2008/layout/LinedList"/>
    <dgm:cxn modelId="{EE06BB25-593E-4063-9845-137EAD5D7ABE}" srcId="{0CE3581B-F181-410E-841A-CD55DBF33FD7}" destId="{608CFF90-965B-4C6B-B6E3-66D987859FEC}" srcOrd="1" destOrd="0" parTransId="{A4700947-0A00-4BCE-815F-D6966865339B}" sibTransId="{5E4D2927-2BA1-46A9-9EEA-E28BFEBD8D96}"/>
    <dgm:cxn modelId="{89FA6B28-9A7E-4E0B-8F2E-0384CBA25B51}" type="presOf" srcId="{B0F5E1C9-44DF-4B05-AD85-E6BD70B7545D}" destId="{DFE44BDA-2B0E-44F7-8506-2CFC0502EF9B}" srcOrd="0" destOrd="0" presId="urn:microsoft.com/office/officeart/2008/layout/LinedList"/>
    <dgm:cxn modelId="{6E039076-AD5E-44B0-88E1-B27A2BE01E7C}" srcId="{0CE3581B-F181-410E-841A-CD55DBF33FD7}" destId="{249C15E9-1701-4668-BB74-73296590DFA4}" srcOrd="2" destOrd="0" parTransId="{3872D7E4-AF5A-4A04-9F6C-782C3577AEC0}" sibTransId="{E09C1480-C818-4DD2-9601-684A145BE039}"/>
    <dgm:cxn modelId="{AE090DBC-FD5C-4AA7-9E7C-BF0CBA919219}" type="presOf" srcId="{0CE3581B-F181-410E-841A-CD55DBF33FD7}" destId="{8122B087-7303-4DA2-B303-044A1D302C90}" srcOrd="0" destOrd="0" presId="urn:microsoft.com/office/officeart/2008/layout/LinedList"/>
    <dgm:cxn modelId="{1B894BC7-47C6-4055-ABD2-090673CFE992}" srcId="{0CE3581B-F181-410E-841A-CD55DBF33FD7}" destId="{B0F5E1C9-44DF-4B05-AD85-E6BD70B7545D}" srcOrd="3" destOrd="0" parTransId="{DDA8DB98-5FDB-44D5-AD95-2F18FD44B690}" sibTransId="{1324AB14-7E9B-4A8A-9804-6002EB98296E}"/>
    <dgm:cxn modelId="{4B14C6E2-7447-4092-8152-AA1122C6ED83}" type="presOf" srcId="{249C15E9-1701-4668-BB74-73296590DFA4}" destId="{FB43D8AA-FE42-47EB-8732-BEFE5E051B61}" srcOrd="0" destOrd="0" presId="urn:microsoft.com/office/officeart/2008/layout/LinedList"/>
    <dgm:cxn modelId="{90CC7797-74BB-47A2-BEEE-7AD2CFD4C76F}" type="presParOf" srcId="{8122B087-7303-4DA2-B303-044A1D302C90}" destId="{40AD307F-75B5-4798-9DA2-E34303D47236}" srcOrd="0" destOrd="0" presId="urn:microsoft.com/office/officeart/2008/layout/LinedList"/>
    <dgm:cxn modelId="{A21ADEAA-C581-4B82-9418-B6118C7FC4CC}" type="presParOf" srcId="{8122B087-7303-4DA2-B303-044A1D302C90}" destId="{22CA9AC2-BECA-4F0B-8815-6F825F5C5CFB}" srcOrd="1" destOrd="0" presId="urn:microsoft.com/office/officeart/2008/layout/LinedList"/>
    <dgm:cxn modelId="{6F6C0D81-BC3B-4009-824E-17972F6F55FE}" type="presParOf" srcId="{22CA9AC2-BECA-4F0B-8815-6F825F5C5CFB}" destId="{A3B3C3DE-C7EE-409E-97C4-1BC131340573}" srcOrd="0" destOrd="0" presId="urn:microsoft.com/office/officeart/2008/layout/LinedList"/>
    <dgm:cxn modelId="{05EA3A06-A559-4068-A289-A983CE9D8D2C}" type="presParOf" srcId="{22CA9AC2-BECA-4F0B-8815-6F825F5C5CFB}" destId="{B31F327C-3BF9-4FAB-856B-F750C19495B9}" srcOrd="1" destOrd="0" presId="urn:microsoft.com/office/officeart/2008/layout/LinedList"/>
    <dgm:cxn modelId="{CDC8DAFB-9C55-451F-9F25-F0A7B8287E0E}" type="presParOf" srcId="{8122B087-7303-4DA2-B303-044A1D302C90}" destId="{2E14262F-7D42-4EB1-8AEE-1487EF0BAE81}" srcOrd="2" destOrd="0" presId="urn:microsoft.com/office/officeart/2008/layout/LinedList"/>
    <dgm:cxn modelId="{D27D5D06-7114-4D0D-B985-53F414E33219}" type="presParOf" srcId="{8122B087-7303-4DA2-B303-044A1D302C90}" destId="{6773B84B-7CDC-4681-950D-B5EFDAAFC7C3}" srcOrd="3" destOrd="0" presId="urn:microsoft.com/office/officeart/2008/layout/LinedList"/>
    <dgm:cxn modelId="{535819FB-2C32-4A47-B7C9-D9CAB7BD25BE}" type="presParOf" srcId="{6773B84B-7CDC-4681-950D-B5EFDAAFC7C3}" destId="{02641363-6257-441A-B259-B848D3DBF5F8}" srcOrd="0" destOrd="0" presId="urn:microsoft.com/office/officeart/2008/layout/LinedList"/>
    <dgm:cxn modelId="{1FA9320A-DD9D-4847-A366-C91EF430CD2B}" type="presParOf" srcId="{6773B84B-7CDC-4681-950D-B5EFDAAFC7C3}" destId="{7F679263-FE88-4673-AB9D-50043879A7E7}" srcOrd="1" destOrd="0" presId="urn:microsoft.com/office/officeart/2008/layout/LinedList"/>
    <dgm:cxn modelId="{2E2D3F79-A793-4FB7-8297-B2E0E02388C2}" type="presParOf" srcId="{8122B087-7303-4DA2-B303-044A1D302C90}" destId="{D0B2FFA3-3CA9-486E-852E-A31EF31902D7}" srcOrd="4" destOrd="0" presId="urn:microsoft.com/office/officeart/2008/layout/LinedList"/>
    <dgm:cxn modelId="{6A45F97C-52F5-4EFB-A012-08D1E1ED420D}" type="presParOf" srcId="{8122B087-7303-4DA2-B303-044A1D302C90}" destId="{1BE0F820-6C5E-4F2C-9806-CF6ADFF5E0F0}" srcOrd="5" destOrd="0" presId="urn:microsoft.com/office/officeart/2008/layout/LinedList"/>
    <dgm:cxn modelId="{A11E0FEC-828D-4255-A8D6-03B7F6CEDD34}" type="presParOf" srcId="{1BE0F820-6C5E-4F2C-9806-CF6ADFF5E0F0}" destId="{FB43D8AA-FE42-47EB-8732-BEFE5E051B61}" srcOrd="0" destOrd="0" presId="urn:microsoft.com/office/officeart/2008/layout/LinedList"/>
    <dgm:cxn modelId="{F9E882B8-3FD7-446B-ADFF-2F242C07C10E}" type="presParOf" srcId="{1BE0F820-6C5E-4F2C-9806-CF6ADFF5E0F0}" destId="{5528C933-136D-4641-BDC0-18F281C37D4A}" srcOrd="1" destOrd="0" presId="urn:microsoft.com/office/officeart/2008/layout/LinedList"/>
    <dgm:cxn modelId="{BA4ADE0C-E105-43F3-98E3-6E8309028EC0}" type="presParOf" srcId="{8122B087-7303-4DA2-B303-044A1D302C90}" destId="{44B7193B-AE7D-400B-B4E1-A150430113D6}" srcOrd="6" destOrd="0" presId="urn:microsoft.com/office/officeart/2008/layout/LinedList"/>
    <dgm:cxn modelId="{612FBC90-C14A-4F2F-8C1F-295DB9CD3E76}" type="presParOf" srcId="{8122B087-7303-4DA2-B303-044A1D302C90}" destId="{65299B71-D796-4CAB-9789-8796A9488002}" srcOrd="7" destOrd="0" presId="urn:microsoft.com/office/officeart/2008/layout/LinedList"/>
    <dgm:cxn modelId="{45471147-A09C-4B5C-B699-632AC43607B7}" type="presParOf" srcId="{65299B71-D796-4CAB-9789-8796A9488002}" destId="{DFE44BDA-2B0E-44F7-8506-2CFC0502EF9B}" srcOrd="0" destOrd="0" presId="urn:microsoft.com/office/officeart/2008/layout/LinedList"/>
    <dgm:cxn modelId="{FB72BD20-4F02-420A-8410-7667E765ED7C}" type="presParOf" srcId="{65299B71-D796-4CAB-9789-8796A9488002}" destId="{A9E02AC1-6816-43BD-AD1D-6A83261653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C3D9A1-3829-4892-A2C7-3A258E2E582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37B379-E60A-4CBC-8451-AA5D0D39EBE5}">
      <dgm:prSet/>
      <dgm:spPr/>
      <dgm:t>
        <a:bodyPr/>
        <a:lstStyle/>
        <a:p>
          <a:r>
            <a:rPr lang="en-IN" b="1"/>
            <a:t>Technologies Used:</a:t>
          </a:r>
          <a:endParaRPr lang="en-US"/>
        </a:p>
      </dgm:t>
    </dgm:pt>
    <dgm:pt modelId="{ACA53125-9F76-47AD-B528-05E80BBE1C17}" type="parTrans" cxnId="{41164B72-EEE4-42A4-A380-B55F05B1E937}">
      <dgm:prSet/>
      <dgm:spPr/>
      <dgm:t>
        <a:bodyPr/>
        <a:lstStyle/>
        <a:p>
          <a:endParaRPr lang="en-US"/>
        </a:p>
      </dgm:t>
    </dgm:pt>
    <dgm:pt modelId="{6B6F808E-1975-4685-A09E-B38D0DD3D470}" type="sibTrans" cxnId="{41164B72-EEE4-42A4-A380-B55F05B1E937}">
      <dgm:prSet/>
      <dgm:spPr/>
      <dgm:t>
        <a:bodyPr/>
        <a:lstStyle/>
        <a:p>
          <a:endParaRPr lang="en-US"/>
        </a:p>
      </dgm:t>
    </dgm:pt>
    <dgm:pt modelId="{078FD3DE-496B-4A02-8D5F-511E8D51D7C9}">
      <dgm:prSet/>
      <dgm:spPr/>
      <dgm:t>
        <a:bodyPr/>
        <a:lstStyle/>
        <a:p>
          <a:r>
            <a:rPr lang="en-IN" b="1"/>
            <a:t>Programming Language:</a:t>
          </a:r>
          <a:r>
            <a:rPr lang="en-IN"/>
            <a:t> Java</a:t>
          </a:r>
          <a:endParaRPr lang="en-US"/>
        </a:p>
      </dgm:t>
    </dgm:pt>
    <dgm:pt modelId="{32206415-8CCF-44EE-8755-8EE75771C4F8}" type="parTrans" cxnId="{CA22F794-3767-4286-B27E-50D6D00623DE}">
      <dgm:prSet/>
      <dgm:spPr/>
      <dgm:t>
        <a:bodyPr/>
        <a:lstStyle/>
        <a:p>
          <a:endParaRPr lang="en-US"/>
        </a:p>
      </dgm:t>
    </dgm:pt>
    <dgm:pt modelId="{F7F74435-634E-4204-826E-E4EB90A07B74}" type="sibTrans" cxnId="{CA22F794-3767-4286-B27E-50D6D00623DE}">
      <dgm:prSet/>
      <dgm:spPr/>
      <dgm:t>
        <a:bodyPr/>
        <a:lstStyle/>
        <a:p>
          <a:endParaRPr lang="en-US"/>
        </a:p>
      </dgm:t>
    </dgm:pt>
    <dgm:pt modelId="{4424BB88-08AD-4D94-9E1C-72F95964BEA7}">
      <dgm:prSet/>
      <dgm:spPr/>
      <dgm:t>
        <a:bodyPr/>
        <a:lstStyle/>
        <a:p>
          <a:r>
            <a:rPr lang="en-IN" b="1"/>
            <a:t>IDE:</a:t>
          </a:r>
          <a:r>
            <a:rPr lang="en-IN"/>
            <a:t> Eclipse</a:t>
          </a:r>
          <a:endParaRPr lang="en-US"/>
        </a:p>
      </dgm:t>
    </dgm:pt>
    <dgm:pt modelId="{A5B2215B-0C8E-4D3C-8525-44ADA75F6482}" type="parTrans" cxnId="{DA485ECB-E8A7-4753-BD2C-7CB97D10098A}">
      <dgm:prSet/>
      <dgm:spPr/>
      <dgm:t>
        <a:bodyPr/>
        <a:lstStyle/>
        <a:p>
          <a:endParaRPr lang="en-US"/>
        </a:p>
      </dgm:t>
    </dgm:pt>
    <dgm:pt modelId="{B200F9BC-956B-46A6-9137-1F27B7C7D9F9}" type="sibTrans" cxnId="{DA485ECB-E8A7-4753-BD2C-7CB97D10098A}">
      <dgm:prSet/>
      <dgm:spPr/>
      <dgm:t>
        <a:bodyPr/>
        <a:lstStyle/>
        <a:p>
          <a:endParaRPr lang="en-US"/>
        </a:p>
      </dgm:t>
    </dgm:pt>
    <dgm:pt modelId="{C1C47A75-A289-4EDC-99CC-286AEAC8635D}">
      <dgm:prSet/>
      <dgm:spPr/>
      <dgm:t>
        <a:bodyPr/>
        <a:lstStyle/>
        <a:p>
          <a:r>
            <a:rPr lang="en-IN" b="1"/>
            <a:t>Paradigm:</a:t>
          </a:r>
          <a:r>
            <a:rPr lang="en-IN"/>
            <a:t> Object-Oriented Programming</a:t>
          </a:r>
          <a:endParaRPr lang="en-US"/>
        </a:p>
      </dgm:t>
    </dgm:pt>
    <dgm:pt modelId="{49241AC6-27B7-4241-8F56-37EB2D3FC952}" type="parTrans" cxnId="{C5411880-E443-415E-8770-1FE7BEDB1E4A}">
      <dgm:prSet/>
      <dgm:spPr/>
      <dgm:t>
        <a:bodyPr/>
        <a:lstStyle/>
        <a:p>
          <a:endParaRPr lang="en-US"/>
        </a:p>
      </dgm:t>
    </dgm:pt>
    <dgm:pt modelId="{334428F1-05BA-49EB-95A8-FDD7AF51241E}" type="sibTrans" cxnId="{C5411880-E443-415E-8770-1FE7BEDB1E4A}">
      <dgm:prSet/>
      <dgm:spPr/>
      <dgm:t>
        <a:bodyPr/>
        <a:lstStyle/>
        <a:p>
          <a:endParaRPr lang="en-US"/>
        </a:p>
      </dgm:t>
    </dgm:pt>
    <dgm:pt modelId="{366810FD-3648-4D1C-96E9-4BF76483AA54}">
      <dgm:prSet/>
      <dgm:spPr/>
      <dgm:t>
        <a:bodyPr/>
        <a:lstStyle/>
        <a:p>
          <a:r>
            <a:rPr lang="en-IN" b="1"/>
            <a:t>Collections Used:</a:t>
          </a:r>
          <a:r>
            <a:rPr lang="en-IN"/>
            <a:t> HashMap (for storing Members and Plans)</a:t>
          </a:r>
          <a:endParaRPr lang="en-US"/>
        </a:p>
      </dgm:t>
    </dgm:pt>
    <dgm:pt modelId="{22E2107F-1993-48D0-B475-E5BC01561DDD}" type="parTrans" cxnId="{F583C0BA-7564-48E2-8A68-1D49C913D068}">
      <dgm:prSet/>
      <dgm:spPr/>
      <dgm:t>
        <a:bodyPr/>
        <a:lstStyle/>
        <a:p>
          <a:endParaRPr lang="en-US"/>
        </a:p>
      </dgm:t>
    </dgm:pt>
    <dgm:pt modelId="{DFDB1097-ACC1-43A4-AFF7-B05E2F762F40}" type="sibTrans" cxnId="{F583C0BA-7564-48E2-8A68-1D49C913D068}">
      <dgm:prSet/>
      <dgm:spPr/>
      <dgm:t>
        <a:bodyPr/>
        <a:lstStyle/>
        <a:p>
          <a:endParaRPr lang="en-US"/>
        </a:p>
      </dgm:t>
    </dgm:pt>
    <dgm:pt modelId="{E2EB2FE9-F256-4FE9-9D15-E89F0EE9A2BA}">
      <dgm:prSet/>
      <dgm:spPr/>
      <dgm:t>
        <a:bodyPr/>
        <a:lstStyle/>
        <a:p>
          <a:r>
            <a:rPr lang="en-IN" b="1"/>
            <a:t>Execution:</a:t>
          </a:r>
          <a:r>
            <a:rPr lang="en-IN"/>
            <a:t> Console/Terminal</a:t>
          </a:r>
          <a:endParaRPr lang="en-US"/>
        </a:p>
      </dgm:t>
    </dgm:pt>
    <dgm:pt modelId="{2CD67303-972A-4832-BBC8-49ADB011C443}" type="parTrans" cxnId="{357E8EA7-8DF5-49D6-BF1C-498868E927A8}">
      <dgm:prSet/>
      <dgm:spPr/>
      <dgm:t>
        <a:bodyPr/>
        <a:lstStyle/>
        <a:p>
          <a:endParaRPr lang="en-US"/>
        </a:p>
      </dgm:t>
    </dgm:pt>
    <dgm:pt modelId="{D8CDAA34-C653-412C-B599-9E19220BBE77}" type="sibTrans" cxnId="{357E8EA7-8DF5-49D6-BF1C-498868E927A8}">
      <dgm:prSet/>
      <dgm:spPr/>
      <dgm:t>
        <a:bodyPr/>
        <a:lstStyle/>
        <a:p>
          <a:endParaRPr lang="en-US"/>
        </a:p>
      </dgm:t>
    </dgm:pt>
    <dgm:pt modelId="{C189F755-C1D6-40F2-B507-F0A1617F2EB4}" type="pres">
      <dgm:prSet presAssocID="{02C3D9A1-3829-4892-A2C7-3A258E2E5820}" presName="vert0" presStyleCnt="0">
        <dgm:presLayoutVars>
          <dgm:dir/>
          <dgm:animOne val="branch"/>
          <dgm:animLvl val="lvl"/>
        </dgm:presLayoutVars>
      </dgm:prSet>
      <dgm:spPr/>
    </dgm:pt>
    <dgm:pt modelId="{CCFF36A4-CB87-4941-861D-53CC11FF4850}" type="pres">
      <dgm:prSet presAssocID="{D437B379-E60A-4CBC-8451-AA5D0D39EBE5}" presName="thickLine" presStyleLbl="alignNode1" presStyleIdx="0" presStyleCnt="6"/>
      <dgm:spPr/>
    </dgm:pt>
    <dgm:pt modelId="{5AF2BBD6-2473-40E0-A365-4EF71967CA0C}" type="pres">
      <dgm:prSet presAssocID="{D437B379-E60A-4CBC-8451-AA5D0D39EBE5}" presName="horz1" presStyleCnt="0"/>
      <dgm:spPr/>
    </dgm:pt>
    <dgm:pt modelId="{764F0C72-CD17-4E7B-870E-B5AD2FFB4382}" type="pres">
      <dgm:prSet presAssocID="{D437B379-E60A-4CBC-8451-AA5D0D39EBE5}" presName="tx1" presStyleLbl="revTx" presStyleIdx="0" presStyleCnt="6"/>
      <dgm:spPr/>
    </dgm:pt>
    <dgm:pt modelId="{68173EE3-80A0-473E-99DE-34F59FF15570}" type="pres">
      <dgm:prSet presAssocID="{D437B379-E60A-4CBC-8451-AA5D0D39EBE5}" presName="vert1" presStyleCnt="0"/>
      <dgm:spPr/>
    </dgm:pt>
    <dgm:pt modelId="{BD209465-3CB6-4F32-8214-D787CAAD3552}" type="pres">
      <dgm:prSet presAssocID="{078FD3DE-496B-4A02-8D5F-511E8D51D7C9}" presName="thickLine" presStyleLbl="alignNode1" presStyleIdx="1" presStyleCnt="6"/>
      <dgm:spPr/>
    </dgm:pt>
    <dgm:pt modelId="{8D32BACC-85F2-4589-9BD2-A2E3AD4C3FE1}" type="pres">
      <dgm:prSet presAssocID="{078FD3DE-496B-4A02-8D5F-511E8D51D7C9}" presName="horz1" presStyleCnt="0"/>
      <dgm:spPr/>
    </dgm:pt>
    <dgm:pt modelId="{EFA0AF75-65F6-42B5-89D4-21FF98A3CC82}" type="pres">
      <dgm:prSet presAssocID="{078FD3DE-496B-4A02-8D5F-511E8D51D7C9}" presName="tx1" presStyleLbl="revTx" presStyleIdx="1" presStyleCnt="6"/>
      <dgm:spPr/>
    </dgm:pt>
    <dgm:pt modelId="{D97DAB03-FE2A-4A97-83FB-BBA803CD9364}" type="pres">
      <dgm:prSet presAssocID="{078FD3DE-496B-4A02-8D5F-511E8D51D7C9}" presName="vert1" presStyleCnt="0"/>
      <dgm:spPr/>
    </dgm:pt>
    <dgm:pt modelId="{5B856980-C092-4F7B-AE5F-3D442309A53B}" type="pres">
      <dgm:prSet presAssocID="{4424BB88-08AD-4D94-9E1C-72F95964BEA7}" presName="thickLine" presStyleLbl="alignNode1" presStyleIdx="2" presStyleCnt="6"/>
      <dgm:spPr/>
    </dgm:pt>
    <dgm:pt modelId="{1570E2D2-1D86-491F-BA10-238E62A54BFD}" type="pres">
      <dgm:prSet presAssocID="{4424BB88-08AD-4D94-9E1C-72F95964BEA7}" presName="horz1" presStyleCnt="0"/>
      <dgm:spPr/>
    </dgm:pt>
    <dgm:pt modelId="{54EAC1A9-F7C4-4509-B4F1-6053D3C8E1CD}" type="pres">
      <dgm:prSet presAssocID="{4424BB88-08AD-4D94-9E1C-72F95964BEA7}" presName="tx1" presStyleLbl="revTx" presStyleIdx="2" presStyleCnt="6"/>
      <dgm:spPr/>
    </dgm:pt>
    <dgm:pt modelId="{B96E26DF-871D-4043-A955-773AD4B03B96}" type="pres">
      <dgm:prSet presAssocID="{4424BB88-08AD-4D94-9E1C-72F95964BEA7}" presName="vert1" presStyleCnt="0"/>
      <dgm:spPr/>
    </dgm:pt>
    <dgm:pt modelId="{DDD5C372-1EB2-48E9-B2E0-25FCEC7C2B7B}" type="pres">
      <dgm:prSet presAssocID="{C1C47A75-A289-4EDC-99CC-286AEAC8635D}" presName="thickLine" presStyleLbl="alignNode1" presStyleIdx="3" presStyleCnt="6"/>
      <dgm:spPr/>
    </dgm:pt>
    <dgm:pt modelId="{56E49391-DB9F-4FB6-9EDA-23BAAC1E536F}" type="pres">
      <dgm:prSet presAssocID="{C1C47A75-A289-4EDC-99CC-286AEAC8635D}" presName="horz1" presStyleCnt="0"/>
      <dgm:spPr/>
    </dgm:pt>
    <dgm:pt modelId="{EA5BA05E-7FDC-45A3-8BAE-244A4E91D4AF}" type="pres">
      <dgm:prSet presAssocID="{C1C47A75-A289-4EDC-99CC-286AEAC8635D}" presName="tx1" presStyleLbl="revTx" presStyleIdx="3" presStyleCnt="6"/>
      <dgm:spPr/>
    </dgm:pt>
    <dgm:pt modelId="{F7A2417C-9709-426A-8029-346F562F8252}" type="pres">
      <dgm:prSet presAssocID="{C1C47A75-A289-4EDC-99CC-286AEAC8635D}" presName="vert1" presStyleCnt="0"/>
      <dgm:spPr/>
    </dgm:pt>
    <dgm:pt modelId="{F523A8A4-ACEE-4461-AF31-612A6618D651}" type="pres">
      <dgm:prSet presAssocID="{366810FD-3648-4D1C-96E9-4BF76483AA54}" presName="thickLine" presStyleLbl="alignNode1" presStyleIdx="4" presStyleCnt="6"/>
      <dgm:spPr/>
    </dgm:pt>
    <dgm:pt modelId="{444D2E77-1371-4DC1-96EB-2932335796D9}" type="pres">
      <dgm:prSet presAssocID="{366810FD-3648-4D1C-96E9-4BF76483AA54}" presName="horz1" presStyleCnt="0"/>
      <dgm:spPr/>
    </dgm:pt>
    <dgm:pt modelId="{B7EE4170-0D4E-4A92-9BC1-49DE0015C94E}" type="pres">
      <dgm:prSet presAssocID="{366810FD-3648-4D1C-96E9-4BF76483AA54}" presName="tx1" presStyleLbl="revTx" presStyleIdx="4" presStyleCnt="6"/>
      <dgm:spPr/>
    </dgm:pt>
    <dgm:pt modelId="{89D7508B-A530-4A17-AF39-5E53642EB8D9}" type="pres">
      <dgm:prSet presAssocID="{366810FD-3648-4D1C-96E9-4BF76483AA54}" presName="vert1" presStyleCnt="0"/>
      <dgm:spPr/>
    </dgm:pt>
    <dgm:pt modelId="{E9C99B26-9681-4F68-8C2F-3044DDBD7AD1}" type="pres">
      <dgm:prSet presAssocID="{E2EB2FE9-F256-4FE9-9D15-E89F0EE9A2BA}" presName="thickLine" presStyleLbl="alignNode1" presStyleIdx="5" presStyleCnt="6"/>
      <dgm:spPr/>
    </dgm:pt>
    <dgm:pt modelId="{F1169A02-D6B9-467A-81E7-50F97DC680C4}" type="pres">
      <dgm:prSet presAssocID="{E2EB2FE9-F256-4FE9-9D15-E89F0EE9A2BA}" presName="horz1" presStyleCnt="0"/>
      <dgm:spPr/>
    </dgm:pt>
    <dgm:pt modelId="{5DF2B69D-61CF-4672-AB70-E3C695C34BC2}" type="pres">
      <dgm:prSet presAssocID="{E2EB2FE9-F256-4FE9-9D15-E89F0EE9A2BA}" presName="tx1" presStyleLbl="revTx" presStyleIdx="5" presStyleCnt="6"/>
      <dgm:spPr/>
    </dgm:pt>
    <dgm:pt modelId="{89B8FCBD-2C8E-4104-A91E-677495CCC46A}" type="pres">
      <dgm:prSet presAssocID="{E2EB2FE9-F256-4FE9-9D15-E89F0EE9A2BA}" presName="vert1" presStyleCnt="0"/>
      <dgm:spPr/>
    </dgm:pt>
  </dgm:ptLst>
  <dgm:cxnLst>
    <dgm:cxn modelId="{F3F2BE1D-766D-4226-9D89-42A7CFC1B471}" type="presOf" srcId="{02C3D9A1-3829-4892-A2C7-3A258E2E5820}" destId="{C189F755-C1D6-40F2-B507-F0A1617F2EB4}" srcOrd="0" destOrd="0" presId="urn:microsoft.com/office/officeart/2008/layout/LinedList"/>
    <dgm:cxn modelId="{44F06661-DBE7-49FB-A04F-3DFDDB27EA22}" type="presOf" srcId="{C1C47A75-A289-4EDC-99CC-286AEAC8635D}" destId="{EA5BA05E-7FDC-45A3-8BAE-244A4E91D4AF}" srcOrd="0" destOrd="0" presId="urn:microsoft.com/office/officeart/2008/layout/LinedList"/>
    <dgm:cxn modelId="{41164B72-EEE4-42A4-A380-B55F05B1E937}" srcId="{02C3D9A1-3829-4892-A2C7-3A258E2E5820}" destId="{D437B379-E60A-4CBC-8451-AA5D0D39EBE5}" srcOrd="0" destOrd="0" parTransId="{ACA53125-9F76-47AD-B528-05E80BBE1C17}" sibTransId="{6B6F808E-1975-4685-A09E-B38D0DD3D470}"/>
    <dgm:cxn modelId="{CDD61076-A580-4EA7-BE24-B154422F46E9}" type="presOf" srcId="{078FD3DE-496B-4A02-8D5F-511E8D51D7C9}" destId="{EFA0AF75-65F6-42B5-89D4-21FF98A3CC82}" srcOrd="0" destOrd="0" presId="urn:microsoft.com/office/officeart/2008/layout/LinedList"/>
    <dgm:cxn modelId="{C5411880-E443-415E-8770-1FE7BEDB1E4A}" srcId="{02C3D9A1-3829-4892-A2C7-3A258E2E5820}" destId="{C1C47A75-A289-4EDC-99CC-286AEAC8635D}" srcOrd="3" destOrd="0" parTransId="{49241AC6-27B7-4241-8F56-37EB2D3FC952}" sibTransId="{334428F1-05BA-49EB-95A8-FDD7AF51241E}"/>
    <dgm:cxn modelId="{CA22F794-3767-4286-B27E-50D6D00623DE}" srcId="{02C3D9A1-3829-4892-A2C7-3A258E2E5820}" destId="{078FD3DE-496B-4A02-8D5F-511E8D51D7C9}" srcOrd="1" destOrd="0" parTransId="{32206415-8CCF-44EE-8755-8EE75771C4F8}" sibTransId="{F7F74435-634E-4204-826E-E4EB90A07B74}"/>
    <dgm:cxn modelId="{B58DFB95-4583-4038-BAC1-8F045DCE193F}" type="presOf" srcId="{4424BB88-08AD-4D94-9E1C-72F95964BEA7}" destId="{54EAC1A9-F7C4-4509-B4F1-6053D3C8E1CD}" srcOrd="0" destOrd="0" presId="urn:microsoft.com/office/officeart/2008/layout/LinedList"/>
    <dgm:cxn modelId="{7F4ADE9D-85D5-4D5F-AB38-7A0A720A9867}" type="presOf" srcId="{E2EB2FE9-F256-4FE9-9D15-E89F0EE9A2BA}" destId="{5DF2B69D-61CF-4672-AB70-E3C695C34BC2}" srcOrd="0" destOrd="0" presId="urn:microsoft.com/office/officeart/2008/layout/LinedList"/>
    <dgm:cxn modelId="{357E8EA7-8DF5-49D6-BF1C-498868E927A8}" srcId="{02C3D9A1-3829-4892-A2C7-3A258E2E5820}" destId="{E2EB2FE9-F256-4FE9-9D15-E89F0EE9A2BA}" srcOrd="5" destOrd="0" parTransId="{2CD67303-972A-4832-BBC8-49ADB011C443}" sibTransId="{D8CDAA34-C653-412C-B599-9E19220BBE77}"/>
    <dgm:cxn modelId="{F583C0BA-7564-48E2-8A68-1D49C913D068}" srcId="{02C3D9A1-3829-4892-A2C7-3A258E2E5820}" destId="{366810FD-3648-4D1C-96E9-4BF76483AA54}" srcOrd="4" destOrd="0" parTransId="{22E2107F-1993-48D0-B475-E5BC01561DDD}" sibTransId="{DFDB1097-ACC1-43A4-AFF7-B05E2F762F40}"/>
    <dgm:cxn modelId="{528845BE-0F6C-4578-BA87-BE3DBE538B97}" type="presOf" srcId="{366810FD-3648-4D1C-96E9-4BF76483AA54}" destId="{B7EE4170-0D4E-4A92-9BC1-49DE0015C94E}" srcOrd="0" destOrd="0" presId="urn:microsoft.com/office/officeart/2008/layout/LinedList"/>
    <dgm:cxn modelId="{DA485ECB-E8A7-4753-BD2C-7CB97D10098A}" srcId="{02C3D9A1-3829-4892-A2C7-3A258E2E5820}" destId="{4424BB88-08AD-4D94-9E1C-72F95964BEA7}" srcOrd="2" destOrd="0" parTransId="{A5B2215B-0C8E-4D3C-8525-44ADA75F6482}" sibTransId="{B200F9BC-956B-46A6-9137-1F27B7C7D9F9}"/>
    <dgm:cxn modelId="{1AFA19E2-18E0-4F66-919B-F89A776513C6}" type="presOf" srcId="{D437B379-E60A-4CBC-8451-AA5D0D39EBE5}" destId="{764F0C72-CD17-4E7B-870E-B5AD2FFB4382}" srcOrd="0" destOrd="0" presId="urn:microsoft.com/office/officeart/2008/layout/LinedList"/>
    <dgm:cxn modelId="{E457891F-BB03-42B8-8C20-98950017172E}" type="presParOf" srcId="{C189F755-C1D6-40F2-B507-F0A1617F2EB4}" destId="{CCFF36A4-CB87-4941-861D-53CC11FF4850}" srcOrd="0" destOrd="0" presId="urn:microsoft.com/office/officeart/2008/layout/LinedList"/>
    <dgm:cxn modelId="{62A2D876-F56E-4946-8187-39AAB38AEE26}" type="presParOf" srcId="{C189F755-C1D6-40F2-B507-F0A1617F2EB4}" destId="{5AF2BBD6-2473-40E0-A365-4EF71967CA0C}" srcOrd="1" destOrd="0" presId="urn:microsoft.com/office/officeart/2008/layout/LinedList"/>
    <dgm:cxn modelId="{9D0E9695-267B-42F6-8822-F8A479BDCDB4}" type="presParOf" srcId="{5AF2BBD6-2473-40E0-A365-4EF71967CA0C}" destId="{764F0C72-CD17-4E7B-870E-B5AD2FFB4382}" srcOrd="0" destOrd="0" presId="urn:microsoft.com/office/officeart/2008/layout/LinedList"/>
    <dgm:cxn modelId="{D97DE561-EE26-4394-A3E7-C3042E91F981}" type="presParOf" srcId="{5AF2BBD6-2473-40E0-A365-4EF71967CA0C}" destId="{68173EE3-80A0-473E-99DE-34F59FF15570}" srcOrd="1" destOrd="0" presId="urn:microsoft.com/office/officeart/2008/layout/LinedList"/>
    <dgm:cxn modelId="{AF8CE661-D6FD-423C-A145-485E60E2D9B2}" type="presParOf" srcId="{C189F755-C1D6-40F2-B507-F0A1617F2EB4}" destId="{BD209465-3CB6-4F32-8214-D787CAAD3552}" srcOrd="2" destOrd="0" presId="urn:microsoft.com/office/officeart/2008/layout/LinedList"/>
    <dgm:cxn modelId="{A2C5F111-0011-4EB7-B156-D481957B5143}" type="presParOf" srcId="{C189F755-C1D6-40F2-B507-F0A1617F2EB4}" destId="{8D32BACC-85F2-4589-9BD2-A2E3AD4C3FE1}" srcOrd="3" destOrd="0" presId="urn:microsoft.com/office/officeart/2008/layout/LinedList"/>
    <dgm:cxn modelId="{1C7B1CD8-B123-46DF-B684-6E043428B861}" type="presParOf" srcId="{8D32BACC-85F2-4589-9BD2-A2E3AD4C3FE1}" destId="{EFA0AF75-65F6-42B5-89D4-21FF98A3CC82}" srcOrd="0" destOrd="0" presId="urn:microsoft.com/office/officeart/2008/layout/LinedList"/>
    <dgm:cxn modelId="{3C548AB8-A5B9-49AE-9DAF-949E2542C3D0}" type="presParOf" srcId="{8D32BACC-85F2-4589-9BD2-A2E3AD4C3FE1}" destId="{D97DAB03-FE2A-4A97-83FB-BBA803CD9364}" srcOrd="1" destOrd="0" presId="urn:microsoft.com/office/officeart/2008/layout/LinedList"/>
    <dgm:cxn modelId="{95E2665C-8973-4956-A530-A07BE7314CFC}" type="presParOf" srcId="{C189F755-C1D6-40F2-B507-F0A1617F2EB4}" destId="{5B856980-C092-4F7B-AE5F-3D442309A53B}" srcOrd="4" destOrd="0" presId="urn:microsoft.com/office/officeart/2008/layout/LinedList"/>
    <dgm:cxn modelId="{8AD339EC-1E1B-4D34-83F4-9F8C6AB85AC6}" type="presParOf" srcId="{C189F755-C1D6-40F2-B507-F0A1617F2EB4}" destId="{1570E2D2-1D86-491F-BA10-238E62A54BFD}" srcOrd="5" destOrd="0" presId="urn:microsoft.com/office/officeart/2008/layout/LinedList"/>
    <dgm:cxn modelId="{369D1FA2-D0F5-425D-9663-7C9F3DEADF09}" type="presParOf" srcId="{1570E2D2-1D86-491F-BA10-238E62A54BFD}" destId="{54EAC1A9-F7C4-4509-B4F1-6053D3C8E1CD}" srcOrd="0" destOrd="0" presId="urn:microsoft.com/office/officeart/2008/layout/LinedList"/>
    <dgm:cxn modelId="{F1D4BE82-B013-481E-A985-A4D4289D2A8C}" type="presParOf" srcId="{1570E2D2-1D86-491F-BA10-238E62A54BFD}" destId="{B96E26DF-871D-4043-A955-773AD4B03B96}" srcOrd="1" destOrd="0" presId="urn:microsoft.com/office/officeart/2008/layout/LinedList"/>
    <dgm:cxn modelId="{3918B338-5306-47A7-873C-12D3A052A254}" type="presParOf" srcId="{C189F755-C1D6-40F2-B507-F0A1617F2EB4}" destId="{DDD5C372-1EB2-48E9-B2E0-25FCEC7C2B7B}" srcOrd="6" destOrd="0" presId="urn:microsoft.com/office/officeart/2008/layout/LinedList"/>
    <dgm:cxn modelId="{801BA1AF-040F-4E3F-9664-4E3F5FCAF0D3}" type="presParOf" srcId="{C189F755-C1D6-40F2-B507-F0A1617F2EB4}" destId="{56E49391-DB9F-4FB6-9EDA-23BAAC1E536F}" srcOrd="7" destOrd="0" presId="urn:microsoft.com/office/officeart/2008/layout/LinedList"/>
    <dgm:cxn modelId="{7449DADA-9E31-4784-BC28-00C4AD02B48D}" type="presParOf" srcId="{56E49391-DB9F-4FB6-9EDA-23BAAC1E536F}" destId="{EA5BA05E-7FDC-45A3-8BAE-244A4E91D4AF}" srcOrd="0" destOrd="0" presId="urn:microsoft.com/office/officeart/2008/layout/LinedList"/>
    <dgm:cxn modelId="{39137E16-56F9-4702-BDAE-B390C84BAF79}" type="presParOf" srcId="{56E49391-DB9F-4FB6-9EDA-23BAAC1E536F}" destId="{F7A2417C-9709-426A-8029-346F562F8252}" srcOrd="1" destOrd="0" presId="urn:microsoft.com/office/officeart/2008/layout/LinedList"/>
    <dgm:cxn modelId="{E5865925-CFBA-4A3E-8D83-B3D3908CD5CD}" type="presParOf" srcId="{C189F755-C1D6-40F2-B507-F0A1617F2EB4}" destId="{F523A8A4-ACEE-4461-AF31-612A6618D651}" srcOrd="8" destOrd="0" presId="urn:microsoft.com/office/officeart/2008/layout/LinedList"/>
    <dgm:cxn modelId="{3DD94565-9600-4CEA-8F6F-846E0ED18EFD}" type="presParOf" srcId="{C189F755-C1D6-40F2-B507-F0A1617F2EB4}" destId="{444D2E77-1371-4DC1-96EB-2932335796D9}" srcOrd="9" destOrd="0" presId="urn:microsoft.com/office/officeart/2008/layout/LinedList"/>
    <dgm:cxn modelId="{61B33285-BD18-44C3-9D83-D71B5F8BCFD9}" type="presParOf" srcId="{444D2E77-1371-4DC1-96EB-2932335796D9}" destId="{B7EE4170-0D4E-4A92-9BC1-49DE0015C94E}" srcOrd="0" destOrd="0" presId="urn:microsoft.com/office/officeart/2008/layout/LinedList"/>
    <dgm:cxn modelId="{B7C899FA-2DE2-4244-8DB4-E8CC76F92A87}" type="presParOf" srcId="{444D2E77-1371-4DC1-96EB-2932335796D9}" destId="{89D7508B-A530-4A17-AF39-5E53642EB8D9}" srcOrd="1" destOrd="0" presId="urn:microsoft.com/office/officeart/2008/layout/LinedList"/>
    <dgm:cxn modelId="{728A5D3E-D3B1-4A29-AC6E-19320F1754C5}" type="presParOf" srcId="{C189F755-C1D6-40F2-B507-F0A1617F2EB4}" destId="{E9C99B26-9681-4F68-8C2F-3044DDBD7AD1}" srcOrd="10" destOrd="0" presId="urn:microsoft.com/office/officeart/2008/layout/LinedList"/>
    <dgm:cxn modelId="{0C79460C-A7E3-4CCE-BF3E-E7BE17513FB6}" type="presParOf" srcId="{C189F755-C1D6-40F2-B507-F0A1617F2EB4}" destId="{F1169A02-D6B9-467A-81E7-50F97DC680C4}" srcOrd="11" destOrd="0" presId="urn:microsoft.com/office/officeart/2008/layout/LinedList"/>
    <dgm:cxn modelId="{08B9D850-83A8-415E-93BB-15AA6CCA1658}" type="presParOf" srcId="{F1169A02-D6B9-467A-81E7-50F97DC680C4}" destId="{5DF2B69D-61CF-4672-AB70-E3C695C34BC2}" srcOrd="0" destOrd="0" presId="urn:microsoft.com/office/officeart/2008/layout/LinedList"/>
    <dgm:cxn modelId="{4FEC3059-8F15-4E93-82C4-4BE730249294}" type="presParOf" srcId="{F1169A02-D6B9-467A-81E7-50F97DC680C4}" destId="{89B8FCBD-2C8E-4104-A91E-677495CCC46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B572D0-4335-4E77-8B9E-F71AB0B30E2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D0B40D-A65F-4F0B-8A34-CBBC7E76C53F}">
      <dgm:prSet/>
      <dgm:spPr/>
      <dgm:t>
        <a:bodyPr/>
        <a:lstStyle/>
        <a:p>
          <a:r>
            <a:rPr lang="en-IN" b="1"/>
            <a:t>Core Packages:</a:t>
          </a:r>
          <a:endParaRPr lang="en-US"/>
        </a:p>
      </dgm:t>
    </dgm:pt>
    <dgm:pt modelId="{37CEDF40-3BB1-420D-8601-97B73A87E7DF}" type="parTrans" cxnId="{3F126B6B-71CD-4262-8D8B-CC1D16EF8BE1}">
      <dgm:prSet/>
      <dgm:spPr/>
      <dgm:t>
        <a:bodyPr/>
        <a:lstStyle/>
        <a:p>
          <a:endParaRPr lang="en-US"/>
        </a:p>
      </dgm:t>
    </dgm:pt>
    <dgm:pt modelId="{8F51A185-15D5-402B-80A8-A5E1A3348933}" type="sibTrans" cxnId="{3F126B6B-71CD-4262-8D8B-CC1D16EF8BE1}">
      <dgm:prSet/>
      <dgm:spPr/>
      <dgm:t>
        <a:bodyPr/>
        <a:lstStyle/>
        <a:p>
          <a:endParaRPr lang="en-US"/>
        </a:p>
      </dgm:t>
    </dgm:pt>
    <dgm:pt modelId="{1E00F41B-0CEE-4BEB-A69D-C75058ECF7F0}">
      <dgm:prSet/>
      <dgm:spPr/>
      <dgm:t>
        <a:bodyPr/>
        <a:lstStyle/>
        <a:p>
          <a:r>
            <a:rPr lang="en-IN"/>
            <a:t>Entity → Defines classes like Members and plans</a:t>
          </a:r>
          <a:endParaRPr lang="en-US"/>
        </a:p>
      </dgm:t>
    </dgm:pt>
    <dgm:pt modelId="{B6DCE6F7-49F6-43AA-BBAF-97FFA01000F8}" type="parTrans" cxnId="{F1BAB2A7-CE49-4DE7-8917-0B8F672DE421}">
      <dgm:prSet/>
      <dgm:spPr/>
      <dgm:t>
        <a:bodyPr/>
        <a:lstStyle/>
        <a:p>
          <a:endParaRPr lang="en-US"/>
        </a:p>
      </dgm:t>
    </dgm:pt>
    <dgm:pt modelId="{A5671540-D37D-42A9-8FAC-9392B7095740}" type="sibTrans" cxnId="{F1BAB2A7-CE49-4DE7-8917-0B8F672DE421}">
      <dgm:prSet/>
      <dgm:spPr/>
      <dgm:t>
        <a:bodyPr/>
        <a:lstStyle/>
        <a:p>
          <a:endParaRPr lang="en-US"/>
        </a:p>
      </dgm:t>
    </dgm:pt>
    <dgm:pt modelId="{EAFA45EB-4A4C-43CE-BEFA-0986A410073F}">
      <dgm:prSet/>
      <dgm:spPr/>
      <dgm:t>
        <a:bodyPr/>
        <a:lstStyle/>
        <a:p>
          <a:r>
            <a:rPr lang="en-IN"/>
            <a:t>DAO → Data Access Objects (HIMSDAO)</a:t>
          </a:r>
          <a:endParaRPr lang="en-US"/>
        </a:p>
      </dgm:t>
    </dgm:pt>
    <dgm:pt modelId="{85E88159-E2B8-4942-AEBE-D82DE4655434}" type="parTrans" cxnId="{E30D1628-4808-4DFC-A716-CE8ECD490300}">
      <dgm:prSet/>
      <dgm:spPr/>
      <dgm:t>
        <a:bodyPr/>
        <a:lstStyle/>
        <a:p>
          <a:endParaRPr lang="en-US"/>
        </a:p>
      </dgm:t>
    </dgm:pt>
    <dgm:pt modelId="{76F29B0E-701C-4D26-AF2A-3077DE4C46C3}" type="sibTrans" cxnId="{E30D1628-4808-4DFC-A716-CE8ECD490300}">
      <dgm:prSet/>
      <dgm:spPr/>
      <dgm:t>
        <a:bodyPr/>
        <a:lstStyle/>
        <a:p>
          <a:endParaRPr lang="en-US"/>
        </a:p>
      </dgm:t>
    </dgm:pt>
    <dgm:pt modelId="{A081E0D8-8146-475B-9220-663DADCE4FE3}">
      <dgm:prSet/>
      <dgm:spPr/>
      <dgm:t>
        <a:bodyPr/>
        <a:lstStyle/>
        <a:p>
          <a:r>
            <a:rPr lang="en-IN"/>
            <a:t>Services → Core business logic (add, remove, claim, upgrade, report)</a:t>
          </a:r>
          <a:endParaRPr lang="en-US"/>
        </a:p>
      </dgm:t>
    </dgm:pt>
    <dgm:pt modelId="{34EEEAE4-C4B2-4D40-9AFD-E1668281772D}" type="parTrans" cxnId="{57FDA8D9-829F-48A6-94A8-A7F4568AC937}">
      <dgm:prSet/>
      <dgm:spPr/>
      <dgm:t>
        <a:bodyPr/>
        <a:lstStyle/>
        <a:p>
          <a:endParaRPr lang="en-US"/>
        </a:p>
      </dgm:t>
    </dgm:pt>
    <dgm:pt modelId="{F37B8C18-59C5-4B75-A3D3-8ADABEB8A544}" type="sibTrans" cxnId="{57FDA8D9-829F-48A6-94A8-A7F4568AC937}">
      <dgm:prSet/>
      <dgm:spPr/>
      <dgm:t>
        <a:bodyPr/>
        <a:lstStyle/>
        <a:p>
          <a:endParaRPr lang="en-US"/>
        </a:p>
      </dgm:t>
    </dgm:pt>
    <dgm:pt modelId="{9AE6572F-22A3-4B4C-B0C8-6099718DB441}">
      <dgm:prSet/>
      <dgm:spPr/>
      <dgm:t>
        <a:bodyPr/>
        <a:lstStyle/>
        <a:p>
          <a:r>
            <a:rPr lang="en-IN"/>
            <a:t>Main → Entry point handling admin menu</a:t>
          </a:r>
          <a:endParaRPr lang="en-US"/>
        </a:p>
      </dgm:t>
    </dgm:pt>
    <dgm:pt modelId="{291CAB83-6305-4A10-87AD-5EAD104D0064}" type="parTrans" cxnId="{4C486B1D-DA72-489C-9884-A44CD3C046A2}">
      <dgm:prSet/>
      <dgm:spPr/>
      <dgm:t>
        <a:bodyPr/>
        <a:lstStyle/>
        <a:p>
          <a:endParaRPr lang="en-US"/>
        </a:p>
      </dgm:t>
    </dgm:pt>
    <dgm:pt modelId="{87BDCFF7-F571-4AC0-AE02-C9F6251EC69D}" type="sibTrans" cxnId="{4C486B1D-DA72-489C-9884-A44CD3C046A2}">
      <dgm:prSet/>
      <dgm:spPr/>
      <dgm:t>
        <a:bodyPr/>
        <a:lstStyle/>
        <a:p>
          <a:endParaRPr lang="en-US"/>
        </a:p>
      </dgm:t>
    </dgm:pt>
    <dgm:pt modelId="{C111CBEF-CE09-4B15-B7E1-0534F5E2A9B4}" type="pres">
      <dgm:prSet presAssocID="{B5B572D0-4335-4E77-8B9E-F71AB0B30E26}" presName="vert0" presStyleCnt="0">
        <dgm:presLayoutVars>
          <dgm:dir/>
          <dgm:animOne val="branch"/>
          <dgm:animLvl val="lvl"/>
        </dgm:presLayoutVars>
      </dgm:prSet>
      <dgm:spPr/>
    </dgm:pt>
    <dgm:pt modelId="{037269A0-B4F2-4953-812A-51D86C366C7B}" type="pres">
      <dgm:prSet presAssocID="{CDD0B40D-A65F-4F0B-8A34-CBBC7E76C53F}" presName="thickLine" presStyleLbl="alignNode1" presStyleIdx="0" presStyleCnt="5"/>
      <dgm:spPr/>
    </dgm:pt>
    <dgm:pt modelId="{A064F2A6-711B-475D-A17E-52FB27762495}" type="pres">
      <dgm:prSet presAssocID="{CDD0B40D-A65F-4F0B-8A34-CBBC7E76C53F}" presName="horz1" presStyleCnt="0"/>
      <dgm:spPr/>
    </dgm:pt>
    <dgm:pt modelId="{AC143E03-2F6B-4B34-A392-DB39CCA7FB49}" type="pres">
      <dgm:prSet presAssocID="{CDD0B40D-A65F-4F0B-8A34-CBBC7E76C53F}" presName="tx1" presStyleLbl="revTx" presStyleIdx="0" presStyleCnt="5"/>
      <dgm:spPr/>
    </dgm:pt>
    <dgm:pt modelId="{F9DBBA0C-B149-4D20-8601-5F932EEF9901}" type="pres">
      <dgm:prSet presAssocID="{CDD0B40D-A65F-4F0B-8A34-CBBC7E76C53F}" presName="vert1" presStyleCnt="0"/>
      <dgm:spPr/>
    </dgm:pt>
    <dgm:pt modelId="{40DD7E5F-0BBD-4576-A1B0-2A5496A91E56}" type="pres">
      <dgm:prSet presAssocID="{1E00F41B-0CEE-4BEB-A69D-C75058ECF7F0}" presName="thickLine" presStyleLbl="alignNode1" presStyleIdx="1" presStyleCnt="5"/>
      <dgm:spPr/>
    </dgm:pt>
    <dgm:pt modelId="{B43619CB-71BA-4A89-B46A-68912F8325B8}" type="pres">
      <dgm:prSet presAssocID="{1E00F41B-0CEE-4BEB-A69D-C75058ECF7F0}" presName="horz1" presStyleCnt="0"/>
      <dgm:spPr/>
    </dgm:pt>
    <dgm:pt modelId="{44C9214F-F767-460C-A8F0-8955EA9E4955}" type="pres">
      <dgm:prSet presAssocID="{1E00F41B-0CEE-4BEB-A69D-C75058ECF7F0}" presName="tx1" presStyleLbl="revTx" presStyleIdx="1" presStyleCnt="5"/>
      <dgm:spPr/>
    </dgm:pt>
    <dgm:pt modelId="{D1E91A96-06DD-45B8-B182-865CA8D384D4}" type="pres">
      <dgm:prSet presAssocID="{1E00F41B-0CEE-4BEB-A69D-C75058ECF7F0}" presName="vert1" presStyleCnt="0"/>
      <dgm:spPr/>
    </dgm:pt>
    <dgm:pt modelId="{C5E0EFF4-F50F-40C6-BE41-AD86F54BBDE4}" type="pres">
      <dgm:prSet presAssocID="{EAFA45EB-4A4C-43CE-BEFA-0986A410073F}" presName="thickLine" presStyleLbl="alignNode1" presStyleIdx="2" presStyleCnt="5"/>
      <dgm:spPr/>
    </dgm:pt>
    <dgm:pt modelId="{19F31ADC-A3E4-4CAC-874D-4D742A977232}" type="pres">
      <dgm:prSet presAssocID="{EAFA45EB-4A4C-43CE-BEFA-0986A410073F}" presName="horz1" presStyleCnt="0"/>
      <dgm:spPr/>
    </dgm:pt>
    <dgm:pt modelId="{16C49920-9E7B-4ABE-B88E-4DB4285D4BC4}" type="pres">
      <dgm:prSet presAssocID="{EAFA45EB-4A4C-43CE-BEFA-0986A410073F}" presName="tx1" presStyleLbl="revTx" presStyleIdx="2" presStyleCnt="5"/>
      <dgm:spPr/>
    </dgm:pt>
    <dgm:pt modelId="{B6055C96-00C8-4E3B-AABB-A49F1A675F5E}" type="pres">
      <dgm:prSet presAssocID="{EAFA45EB-4A4C-43CE-BEFA-0986A410073F}" presName="vert1" presStyleCnt="0"/>
      <dgm:spPr/>
    </dgm:pt>
    <dgm:pt modelId="{58599815-8BE0-444C-8B1E-036D3649AC2A}" type="pres">
      <dgm:prSet presAssocID="{A081E0D8-8146-475B-9220-663DADCE4FE3}" presName="thickLine" presStyleLbl="alignNode1" presStyleIdx="3" presStyleCnt="5"/>
      <dgm:spPr/>
    </dgm:pt>
    <dgm:pt modelId="{A7DCDE04-31F3-4811-9942-199348BE4925}" type="pres">
      <dgm:prSet presAssocID="{A081E0D8-8146-475B-9220-663DADCE4FE3}" presName="horz1" presStyleCnt="0"/>
      <dgm:spPr/>
    </dgm:pt>
    <dgm:pt modelId="{B10BC091-1E3D-4330-B800-1621E3395E43}" type="pres">
      <dgm:prSet presAssocID="{A081E0D8-8146-475B-9220-663DADCE4FE3}" presName="tx1" presStyleLbl="revTx" presStyleIdx="3" presStyleCnt="5"/>
      <dgm:spPr/>
    </dgm:pt>
    <dgm:pt modelId="{766231C2-240F-498B-801B-EBFD98107479}" type="pres">
      <dgm:prSet presAssocID="{A081E0D8-8146-475B-9220-663DADCE4FE3}" presName="vert1" presStyleCnt="0"/>
      <dgm:spPr/>
    </dgm:pt>
    <dgm:pt modelId="{6DAB9BA3-3D6A-4F5B-B278-22259FB1047E}" type="pres">
      <dgm:prSet presAssocID="{9AE6572F-22A3-4B4C-B0C8-6099718DB441}" presName="thickLine" presStyleLbl="alignNode1" presStyleIdx="4" presStyleCnt="5"/>
      <dgm:spPr/>
    </dgm:pt>
    <dgm:pt modelId="{77597AFF-A69A-47FE-9299-F7ED61C35770}" type="pres">
      <dgm:prSet presAssocID="{9AE6572F-22A3-4B4C-B0C8-6099718DB441}" presName="horz1" presStyleCnt="0"/>
      <dgm:spPr/>
    </dgm:pt>
    <dgm:pt modelId="{8418A3C5-DDB5-43F0-9728-593FE645D4DE}" type="pres">
      <dgm:prSet presAssocID="{9AE6572F-22A3-4B4C-B0C8-6099718DB441}" presName="tx1" presStyleLbl="revTx" presStyleIdx="4" presStyleCnt="5"/>
      <dgm:spPr/>
    </dgm:pt>
    <dgm:pt modelId="{AAC02D8E-621C-4FCF-8B73-D14EEDC2AD20}" type="pres">
      <dgm:prSet presAssocID="{9AE6572F-22A3-4B4C-B0C8-6099718DB441}" presName="vert1" presStyleCnt="0"/>
      <dgm:spPr/>
    </dgm:pt>
  </dgm:ptLst>
  <dgm:cxnLst>
    <dgm:cxn modelId="{95889512-A7B3-44AD-98CE-652302B09460}" type="presOf" srcId="{CDD0B40D-A65F-4F0B-8A34-CBBC7E76C53F}" destId="{AC143E03-2F6B-4B34-A392-DB39CCA7FB49}" srcOrd="0" destOrd="0" presId="urn:microsoft.com/office/officeart/2008/layout/LinedList"/>
    <dgm:cxn modelId="{4C486B1D-DA72-489C-9884-A44CD3C046A2}" srcId="{B5B572D0-4335-4E77-8B9E-F71AB0B30E26}" destId="{9AE6572F-22A3-4B4C-B0C8-6099718DB441}" srcOrd="4" destOrd="0" parTransId="{291CAB83-6305-4A10-87AD-5EAD104D0064}" sibTransId="{87BDCFF7-F571-4AC0-AE02-C9F6251EC69D}"/>
    <dgm:cxn modelId="{E30D1628-4808-4DFC-A716-CE8ECD490300}" srcId="{B5B572D0-4335-4E77-8B9E-F71AB0B30E26}" destId="{EAFA45EB-4A4C-43CE-BEFA-0986A410073F}" srcOrd="2" destOrd="0" parTransId="{85E88159-E2B8-4942-AEBE-D82DE4655434}" sibTransId="{76F29B0E-701C-4D26-AF2A-3077DE4C46C3}"/>
    <dgm:cxn modelId="{6D7EAF33-0D12-403C-BAF3-4CF6F1DB4A59}" type="presOf" srcId="{EAFA45EB-4A4C-43CE-BEFA-0986A410073F}" destId="{16C49920-9E7B-4ABE-B88E-4DB4285D4BC4}" srcOrd="0" destOrd="0" presId="urn:microsoft.com/office/officeart/2008/layout/LinedList"/>
    <dgm:cxn modelId="{3F126B6B-71CD-4262-8D8B-CC1D16EF8BE1}" srcId="{B5B572D0-4335-4E77-8B9E-F71AB0B30E26}" destId="{CDD0B40D-A65F-4F0B-8A34-CBBC7E76C53F}" srcOrd="0" destOrd="0" parTransId="{37CEDF40-3BB1-420D-8601-97B73A87E7DF}" sibTransId="{8F51A185-15D5-402B-80A8-A5E1A3348933}"/>
    <dgm:cxn modelId="{37B60C72-166E-4AFE-B995-15FFD70A40E0}" type="presOf" srcId="{9AE6572F-22A3-4B4C-B0C8-6099718DB441}" destId="{8418A3C5-DDB5-43F0-9728-593FE645D4DE}" srcOrd="0" destOrd="0" presId="urn:microsoft.com/office/officeart/2008/layout/LinedList"/>
    <dgm:cxn modelId="{4FE42872-8247-4482-9C7E-11B6CCE07D5E}" type="presOf" srcId="{A081E0D8-8146-475B-9220-663DADCE4FE3}" destId="{B10BC091-1E3D-4330-B800-1621E3395E43}" srcOrd="0" destOrd="0" presId="urn:microsoft.com/office/officeart/2008/layout/LinedList"/>
    <dgm:cxn modelId="{7531AE95-B3C8-41FA-B724-045D272E3352}" type="presOf" srcId="{1E00F41B-0CEE-4BEB-A69D-C75058ECF7F0}" destId="{44C9214F-F767-460C-A8F0-8955EA9E4955}" srcOrd="0" destOrd="0" presId="urn:microsoft.com/office/officeart/2008/layout/LinedList"/>
    <dgm:cxn modelId="{F1BAB2A7-CE49-4DE7-8917-0B8F672DE421}" srcId="{B5B572D0-4335-4E77-8B9E-F71AB0B30E26}" destId="{1E00F41B-0CEE-4BEB-A69D-C75058ECF7F0}" srcOrd="1" destOrd="0" parTransId="{B6DCE6F7-49F6-43AA-BBAF-97FFA01000F8}" sibTransId="{A5671540-D37D-42A9-8FAC-9392B7095740}"/>
    <dgm:cxn modelId="{57FDA8D9-829F-48A6-94A8-A7F4568AC937}" srcId="{B5B572D0-4335-4E77-8B9E-F71AB0B30E26}" destId="{A081E0D8-8146-475B-9220-663DADCE4FE3}" srcOrd="3" destOrd="0" parTransId="{34EEEAE4-C4B2-4D40-9AFD-E1668281772D}" sibTransId="{F37B8C18-59C5-4B75-A3D3-8ADABEB8A544}"/>
    <dgm:cxn modelId="{A5E114EE-92EE-4A49-9394-1CBE82F00B54}" type="presOf" srcId="{B5B572D0-4335-4E77-8B9E-F71AB0B30E26}" destId="{C111CBEF-CE09-4B15-B7E1-0534F5E2A9B4}" srcOrd="0" destOrd="0" presId="urn:microsoft.com/office/officeart/2008/layout/LinedList"/>
    <dgm:cxn modelId="{5E5547ED-B4A1-4872-88E7-4E34F43713AF}" type="presParOf" srcId="{C111CBEF-CE09-4B15-B7E1-0534F5E2A9B4}" destId="{037269A0-B4F2-4953-812A-51D86C366C7B}" srcOrd="0" destOrd="0" presId="urn:microsoft.com/office/officeart/2008/layout/LinedList"/>
    <dgm:cxn modelId="{7AF60491-1160-47F3-8DC4-67845FDF42BD}" type="presParOf" srcId="{C111CBEF-CE09-4B15-B7E1-0534F5E2A9B4}" destId="{A064F2A6-711B-475D-A17E-52FB27762495}" srcOrd="1" destOrd="0" presId="urn:microsoft.com/office/officeart/2008/layout/LinedList"/>
    <dgm:cxn modelId="{8C3B9318-28CE-494F-8318-04D3E2781DE9}" type="presParOf" srcId="{A064F2A6-711B-475D-A17E-52FB27762495}" destId="{AC143E03-2F6B-4B34-A392-DB39CCA7FB49}" srcOrd="0" destOrd="0" presId="urn:microsoft.com/office/officeart/2008/layout/LinedList"/>
    <dgm:cxn modelId="{52185C80-4070-4110-B4B1-379E90F85347}" type="presParOf" srcId="{A064F2A6-711B-475D-A17E-52FB27762495}" destId="{F9DBBA0C-B149-4D20-8601-5F932EEF9901}" srcOrd="1" destOrd="0" presId="urn:microsoft.com/office/officeart/2008/layout/LinedList"/>
    <dgm:cxn modelId="{EC2655E4-D25D-4E86-9336-ADA562BF0E38}" type="presParOf" srcId="{C111CBEF-CE09-4B15-B7E1-0534F5E2A9B4}" destId="{40DD7E5F-0BBD-4576-A1B0-2A5496A91E56}" srcOrd="2" destOrd="0" presId="urn:microsoft.com/office/officeart/2008/layout/LinedList"/>
    <dgm:cxn modelId="{F00E43E3-ACDE-4027-990C-1A45933C0CD8}" type="presParOf" srcId="{C111CBEF-CE09-4B15-B7E1-0534F5E2A9B4}" destId="{B43619CB-71BA-4A89-B46A-68912F8325B8}" srcOrd="3" destOrd="0" presId="urn:microsoft.com/office/officeart/2008/layout/LinedList"/>
    <dgm:cxn modelId="{0D99255D-89BC-4510-A745-D326EA58D845}" type="presParOf" srcId="{B43619CB-71BA-4A89-B46A-68912F8325B8}" destId="{44C9214F-F767-460C-A8F0-8955EA9E4955}" srcOrd="0" destOrd="0" presId="urn:microsoft.com/office/officeart/2008/layout/LinedList"/>
    <dgm:cxn modelId="{B3F1C5EA-381F-4234-9A21-08306B30D438}" type="presParOf" srcId="{B43619CB-71BA-4A89-B46A-68912F8325B8}" destId="{D1E91A96-06DD-45B8-B182-865CA8D384D4}" srcOrd="1" destOrd="0" presId="urn:microsoft.com/office/officeart/2008/layout/LinedList"/>
    <dgm:cxn modelId="{9C67270E-44D6-4D6F-9A18-1EC486500623}" type="presParOf" srcId="{C111CBEF-CE09-4B15-B7E1-0534F5E2A9B4}" destId="{C5E0EFF4-F50F-40C6-BE41-AD86F54BBDE4}" srcOrd="4" destOrd="0" presId="urn:microsoft.com/office/officeart/2008/layout/LinedList"/>
    <dgm:cxn modelId="{50E1BD9B-4C8B-4260-ABDA-8BB0CF1E5599}" type="presParOf" srcId="{C111CBEF-CE09-4B15-B7E1-0534F5E2A9B4}" destId="{19F31ADC-A3E4-4CAC-874D-4D742A977232}" srcOrd="5" destOrd="0" presId="urn:microsoft.com/office/officeart/2008/layout/LinedList"/>
    <dgm:cxn modelId="{D7A318CF-1ACB-4674-BFAC-AC56589B2E42}" type="presParOf" srcId="{19F31ADC-A3E4-4CAC-874D-4D742A977232}" destId="{16C49920-9E7B-4ABE-B88E-4DB4285D4BC4}" srcOrd="0" destOrd="0" presId="urn:microsoft.com/office/officeart/2008/layout/LinedList"/>
    <dgm:cxn modelId="{40BD61E4-EB6B-4A0A-A6FB-B9DA41FB1373}" type="presParOf" srcId="{19F31ADC-A3E4-4CAC-874D-4D742A977232}" destId="{B6055C96-00C8-4E3B-AABB-A49F1A675F5E}" srcOrd="1" destOrd="0" presId="urn:microsoft.com/office/officeart/2008/layout/LinedList"/>
    <dgm:cxn modelId="{88C8CE5B-D9D1-42F0-A4F6-8B5906A1E76D}" type="presParOf" srcId="{C111CBEF-CE09-4B15-B7E1-0534F5E2A9B4}" destId="{58599815-8BE0-444C-8B1E-036D3649AC2A}" srcOrd="6" destOrd="0" presId="urn:microsoft.com/office/officeart/2008/layout/LinedList"/>
    <dgm:cxn modelId="{5661012B-23BD-4129-BF7E-D44EC52631CE}" type="presParOf" srcId="{C111CBEF-CE09-4B15-B7E1-0534F5E2A9B4}" destId="{A7DCDE04-31F3-4811-9942-199348BE4925}" srcOrd="7" destOrd="0" presId="urn:microsoft.com/office/officeart/2008/layout/LinedList"/>
    <dgm:cxn modelId="{7485564E-D91B-4A22-9AE8-310ACB83FDB3}" type="presParOf" srcId="{A7DCDE04-31F3-4811-9942-199348BE4925}" destId="{B10BC091-1E3D-4330-B800-1621E3395E43}" srcOrd="0" destOrd="0" presId="urn:microsoft.com/office/officeart/2008/layout/LinedList"/>
    <dgm:cxn modelId="{21843ECD-89AB-46B4-90E0-6C7291A2340C}" type="presParOf" srcId="{A7DCDE04-31F3-4811-9942-199348BE4925}" destId="{766231C2-240F-498B-801B-EBFD98107479}" srcOrd="1" destOrd="0" presId="urn:microsoft.com/office/officeart/2008/layout/LinedList"/>
    <dgm:cxn modelId="{BA990533-B207-459B-9868-2EE2DD204C32}" type="presParOf" srcId="{C111CBEF-CE09-4B15-B7E1-0534F5E2A9B4}" destId="{6DAB9BA3-3D6A-4F5B-B278-22259FB1047E}" srcOrd="8" destOrd="0" presId="urn:microsoft.com/office/officeart/2008/layout/LinedList"/>
    <dgm:cxn modelId="{98F4039A-7AB9-4EAC-A52A-7A3AEEDC4A28}" type="presParOf" srcId="{C111CBEF-CE09-4B15-B7E1-0534F5E2A9B4}" destId="{77597AFF-A69A-47FE-9299-F7ED61C35770}" srcOrd="9" destOrd="0" presId="urn:microsoft.com/office/officeart/2008/layout/LinedList"/>
    <dgm:cxn modelId="{D7318DBD-48FB-4C1B-882B-49AE19B0E37D}" type="presParOf" srcId="{77597AFF-A69A-47FE-9299-F7ED61C35770}" destId="{8418A3C5-DDB5-43F0-9728-593FE645D4DE}" srcOrd="0" destOrd="0" presId="urn:microsoft.com/office/officeart/2008/layout/LinedList"/>
    <dgm:cxn modelId="{7489FEF0-E857-4020-A6BB-13EFB77522F5}" type="presParOf" srcId="{77597AFF-A69A-47FE-9299-F7ED61C35770}" destId="{AAC02D8E-621C-4FCF-8B73-D14EEDC2AD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BC282C-AA54-46CD-98F6-E2D79F080138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963FAF8-40C1-44F0-B0F1-E0788DB15DF5}">
      <dgm:prSet/>
      <dgm:spPr/>
      <dgm:t>
        <a:bodyPr/>
        <a:lstStyle/>
        <a:p>
          <a:r>
            <a:rPr lang="en-US" b="1" i="0" baseline="0"/>
            <a:t>Plans Module (plans.java)</a:t>
          </a:r>
          <a:endParaRPr lang="en-US"/>
        </a:p>
      </dgm:t>
    </dgm:pt>
    <dgm:pt modelId="{EA37D4F7-BF12-4D93-B788-D9DB3F392029}" type="parTrans" cxnId="{E0C21081-67C6-401D-89B5-2F8C40DC5C6A}">
      <dgm:prSet/>
      <dgm:spPr/>
      <dgm:t>
        <a:bodyPr/>
        <a:lstStyle/>
        <a:p>
          <a:endParaRPr lang="en-US"/>
        </a:p>
      </dgm:t>
    </dgm:pt>
    <dgm:pt modelId="{177FECBE-FC9F-4C36-8C9A-37EBA893337F}" type="sibTrans" cxnId="{E0C21081-67C6-401D-89B5-2F8C40DC5C6A}">
      <dgm:prSet/>
      <dgm:spPr/>
      <dgm:t>
        <a:bodyPr/>
        <a:lstStyle/>
        <a:p>
          <a:endParaRPr lang="en-US"/>
        </a:p>
      </dgm:t>
    </dgm:pt>
    <dgm:pt modelId="{2E6139AB-7C9A-4D40-AB3A-663DE96DF7EE}">
      <dgm:prSet/>
      <dgm:spPr/>
      <dgm:t>
        <a:bodyPr/>
        <a:lstStyle/>
        <a:p>
          <a:r>
            <a:rPr lang="en-US" b="0" i="0" baseline="0"/>
            <a:t>Defines insurance plan details: ID, name, premium, claim limit, and checkups.</a:t>
          </a:r>
          <a:endParaRPr lang="en-US"/>
        </a:p>
      </dgm:t>
    </dgm:pt>
    <dgm:pt modelId="{4ED3DD61-FC10-413E-AADA-D10CA2C82F4B}" type="parTrans" cxnId="{5F261C79-3605-4E54-B4F5-DA0DB103CF87}">
      <dgm:prSet/>
      <dgm:spPr/>
      <dgm:t>
        <a:bodyPr/>
        <a:lstStyle/>
        <a:p>
          <a:endParaRPr lang="en-US"/>
        </a:p>
      </dgm:t>
    </dgm:pt>
    <dgm:pt modelId="{BA959F69-3ECA-4E7F-8417-78899CC7B8CD}" type="sibTrans" cxnId="{5F261C79-3605-4E54-B4F5-DA0DB103CF87}">
      <dgm:prSet/>
      <dgm:spPr/>
      <dgm:t>
        <a:bodyPr/>
        <a:lstStyle/>
        <a:p>
          <a:endParaRPr lang="en-US"/>
        </a:p>
      </dgm:t>
    </dgm:pt>
    <dgm:pt modelId="{B1D7FBB7-5AE2-4067-853A-8CE86FC12EFF}">
      <dgm:prSet/>
      <dgm:spPr/>
      <dgm:t>
        <a:bodyPr/>
        <a:lstStyle/>
        <a:p>
          <a:r>
            <a:rPr lang="en-US" b="0" i="0" baseline="0"/>
            <a:t>Displays available health plans.</a:t>
          </a:r>
          <a:endParaRPr lang="en-US"/>
        </a:p>
      </dgm:t>
    </dgm:pt>
    <dgm:pt modelId="{1C88D399-416C-4858-B917-6326DE0E9B09}" type="parTrans" cxnId="{2B80249B-E44F-4721-9D16-078EE7636DED}">
      <dgm:prSet/>
      <dgm:spPr/>
      <dgm:t>
        <a:bodyPr/>
        <a:lstStyle/>
        <a:p>
          <a:endParaRPr lang="en-US"/>
        </a:p>
      </dgm:t>
    </dgm:pt>
    <dgm:pt modelId="{C1D9D96C-E14A-4FD3-9FC5-5B9A9D35EFAA}" type="sibTrans" cxnId="{2B80249B-E44F-4721-9D16-078EE7636DED}">
      <dgm:prSet/>
      <dgm:spPr/>
      <dgm:t>
        <a:bodyPr/>
        <a:lstStyle/>
        <a:p>
          <a:endParaRPr lang="en-US"/>
        </a:p>
      </dgm:t>
    </dgm:pt>
    <dgm:pt modelId="{AEF28D2C-9E35-4829-89F2-B32C11E73F7F}">
      <dgm:prSet/>
      <dgm:spPr/>
      <dgm:t>
        <a:bodyPr/>
        <a:lstStyle/>
        <a:p>
          <a:r>
            <a:rPr lang="en-US" b="1" i="0" baseline="0"/>
            <a:t>Member Module (Members.java)</a:t>
          </a:r>
          <a:endParaRPr lang="en-US"/>
        </a:p>
      </dgm:t>
    </dgm:pt>
    <dgm:pt modelId="{3F3732AD-4B16-42BD-B831-2CC7EE6E1379}" type="parTrans" cxnId="{AFB27C85-1052-4F2F-BB5F-32B4D546829B}">
      <dgm:prSet/>
      <dgm:spPr/>
      <dgm:t>
        <a:bodyPr/>
        <a:lstStyle/>
        <a:p>
          <a:endParaRPr lang="en-US"/>
        </a:p>
      </dgm:t>
    </dgm:pt>
    <dgm:pt modelId="{C22BC7A5-9A6C-405F-A5BE-4FE9B2207F8F}" type="sibTrans" cxnId="{AFB27C85-1052-4F2F-BB5F-32B4D546829B}">
      <dgm:prSet/>
      <dgm:spPr/>
      <dgm:t>
        <a:bodyPr/>
        <a:lstStyle/>
        <a:p>
          <a:endParaRPr lang="en-US"/>
        </a:p>
      </dgm:t>
    </dgm:pt>
    <dgm:pt modelId="{4FF16E6E-85AF-4578-834B-D64BCFA3D89D}">
      <dgm:prSet/>
      <dgm:spPr/>
      <dgm:t>
        <a:bodyPr/>
        <a:lstStyle/>
        <a:p>
          <a:r>
            <a:rPr lang="en-US" b="0" i="0" baseline="0"/>
            <a:t>Stores member details such as ID, name, age, gender, address, salary, and assigned plan.</a:t>
          </a:r>
          <a:endParaRPr lang="en-US"/>
        </a:p>
      </dgm:t>
    </dgm:pt>
    <dgm:pt modelId="{F11D2DF1-677D-4874-B5D5-4B9EF834D050}" type="parTrans" cxnId="{D9C61E42-50A5-42D7-A97A-F5536DC87A2D}">
      <dgm:prSet/>
      <dgm:spPr/>
      <dgm:t>
        <a:bodyPr/>
        <a:lstStyle/>
        <a:p>
          <a:endParaRPr lang="en-US"/>
        </a:p>
      </dgm:t>
    </dgm:pt>
    <dgm:pt modelId="{304412D9-5DC0-4B7B-A4E2-2FD7BF022F6A}" type="sibTrans" cxnId="{D9C61E42-50A5-42D7-A97A-F5536DC87A2D}">
      <dgm:prSet/>
      <dgm:spPr/>
      <dgm:t>
        <a:bodyPr/>
        <a:lstStyle/>
        <a:p>
          <a:endParaRPr lang="en-US"/>
        </a:p>
      </dgm:t>
    </dgm:pt>
    <dgm:pt modelId="{A5B42B24-AA47-4013-8050-02347B6E7A4D}">
      <dgm:prSet/>
      <dgm:spPr/>
      <dgm:t>
        <a:bodyPr/>
        <a:lstStyle/>
        <a:p>
          <a:r>
            <a:rPr lang="en-US" b="1" i="0" baseline="0"/>
            <a:t>Service Module (service.java, remove.java, upgrading_plans.java).</a:t>
          </a:r>
          <a:endParaRPr lang="en-US"/>
        </a:p>
      </dgm:t>
    </dgm:pt>
    <dgm:pt modelId="{7F247D1E-E105-4FC2-BCF5-6A1E8BBD23DF}" type="parTrans" cxnId="{0DE90659-FBFC-4B16-8AFD-0EF432D9A1C8}">
      <dgm:prSet/>
      <dgm:spPr/>
      <dgm:t>
        <a:bodyPr/>
        <a:lstStyle/>
        <a:p>
          <a:endParaRPr lang="en-US"/>
        </a:p>
      </dgm:t>
    </dgm:pt>
    <dgm:pt modelId="{48969B8B-37EC-48A4-A282-84D577B08EB9}" type="sibTrans" cxnId="{0DE90659-FBFC-4B16-8AFD-0EF432D9A1C8}">
      <dgm:prSet/>
      <dgm:spPr/>
      <dgm:t>
        <a:bodyPr/>
        <a:lstStyle/>
        <a:p>
          <a:endParaRPr lang="en-US"/>
        </a:p>
      </dgm:t>
    </dgm:pt>
    <dgm:pt modelId="{D9CF44E1-62A4-4EE7-9CE0-6903FF692DDD}">
      <dgm:prSet/>
      <dgm:spPr/>
      <dgm:t>
        <a:bodyPr/>
        <a:lstStyle/>
        <a:p>
          <a:r>
            <a:rPr lang="en-US" b="0" i="0" baseline="0"/>
            <a:t>Handles member addition, claims, upgrades, and removal.</a:t>
          </a:r>
          <a:endParaRPr lang="en-US"/>
        </a:p>
      </dgm:t>
    </dgm:pt>
    <dgm:pt modelId="{7E2E4BB9-90DC-4069-BE05-1C1F3DE99F0E}" type="parTrans" cxnId="{9021C891-AA88-4935-A896-1AB028123653}">
      <dgm:prSet/>
      <dgm:spPr/>
      <dgm:t>
        <a:bodyPr/>
        <a:lstStyle/>
        <a:p>
          <a:endParaRPr lang="en-US"/>
        </a:p>
      </dgm:t>
    </dgm:pt>
    <dgm:pt modelId="{487EEF52-4EB7-4511-9B0A-078078E270EE}" type="sibTrans" cxnId="{9021C891-AA88-4935-A896-1AB028123653}">
      <dgm:prSet/>
      <dgm:spPr/>
      <dgm:t>
        <a:bodyPr/>
        <a:lstStyle/>
        <a:p>
          <a:endParaRPr lang="en-US"/>
        </a:p>
      </dgm:t>
    </dgm:pt>
    <dgm:pt modelId="{D78C351B-A820-4D42-8407-D718C7AA0611}" type="pres">
      <dgm:prSet presAssocID="{F5BC282C-AA54-46CD-98F6-E2D79F080138}" presName="vert0" presStyleCnt="0">
        <dgm:presLayoutVars>
          <dgm:dir/>
          <dgm:animOne val="branch"/>
          <dgm:animLvl val="lvl"/>
        </dgm:presLayoutVars>
      </dgm:prSet>
      <dgm:spPr/>
    </dgm:pt>
    <dgm:pt modelId="{C35408AB-E45B-4BCF-A96A-EC2EC02627D7}" type="pres">
      <dgm:prSet presAssocID="{5963FAF8-40C1-44F0-B0F1-E0788DB15DF5}" presName="thickLine" presStyleLbl="alignNode1" presStyleIdx="0" presStyleCnt="7"/>
      <dgm:spPr/>
    </dgm:pt>
    <dgm:pt modelId="{B0DB53AB-3F06-4720-803C-180C36B48F6E}" type="pres">
      <dgm:prSet presAssocID="{5963FAF8-40C1-44F0-B0F1-E0788DB15DF5}" presName="horz1" presStyleCnt="0"/>
      <dgm:spPr/>
    </dgm:pt>
    <dgm:pt modelId="{A17D9444-BFEB-4607-B976-1C9DAAFBE3B3}" type="pres">
      <dgm:prSet presAssocID="{5963FAF8-40C1-44F0-B0F1-E0788DB15DF5}" presName="tx1" presStyleLbl="revTx" presStyleIdx="0" presStyleCnt="7"/>
      <dgm:spPr/>
    </dgm:pt>
    <dgm:pt modelId="{4FB3D88C-2C73-4F97-8285-C06346614784}" type="pres">
      <dgm:prSet presAssocID="{5963FAF8-40C1-44F0-B0F1-E0788DB15DF5}" presName="vert1" presStyleCnt="0"/>
      <dgm:spPr/>
    </dgm:pt>
    <dgm:pt modelId="{BC17CB92-DE33-48AF-BA37-58E5362901A7}" type="pres">
      <dgm:prSet presAssocID="{2E6139AB-7C9A-4D40-AB3A-663DE96DF7EE}" presName="thickLine" presStyleLbl="alignNode1" presStyleIdx="1" presStyleCnt="7"/>
      <dgm:spPr/>
    </dgm:pt>
    <dgm:pt modelId="{30535EE7-1530-450A-A5F1-52ECE97C11C2}" type="pres">
      <dgm:prSet presAssocID="{2E6139AB-7C9A-4D40-AB3A-663DE96DF7EE}" presName="horz1" presStyleCnt="0"/>
      <dgm:spPr/>
    </dgm:pt>
    <dgm:pt modelId="{E0A3034B-3E1C-442D-AA2D-CAD8412EDEDE}" type="pres">
      <dgm:prSet presAssocID="{2E6139AB-7C9A-4D40-AB3A-663DE96DF7EE}" presName="tx1" presStyleLbl="revTx" presStyleIdx="1" presStyleCnt="7"/>
      <dgm:spPr/>
    </dgm:pt>
    <dgm:pt modelId="{FA9C555C-1F76-493A-9734-45FCE3B77D47}" type="pres">
      <dgm:prSet presAssocID="{2E6139AB-7C9A-4D40-AB3A-663DE96DF7EE}" presName="vert1" presStyleCnt="0"/>
      <dgm:spPr/>
    </dgm:pt>
    <dgm:pt modelId="{6CC83671-F0D5-419C-8E4E-033452710704}" type="pres">
      <dgm:prSet presAssocID="{B1D7FBB7-5AE2-4067-853A-8CE86FC12EFF}" presName="thickLine" presStyleLbl="alignNode1" presStyleIdx="2" presStyleCnt="7"/>
      <dgm:spPr/>
    </dgm:pt>
    <dgm:pt modelId="{74F8F865-A25A-4A0D-9606-415D428EEC8C}" type="pres">
      <dgm:prSet presAssocID="{B1D7FBB7-5AE2-4067-853A-8CE86FC12EFF}" presName="horz1" presStyleCnt="0"/>
      <dgm:spPr/>
    </dgm:pt>
    <dgm:pt modelId="{E3775698-8C54-4DBD-BA52-CF1FA27C92C6}" type="pres">
      <dgm:prSet presAssocID="{B1D7FBB7-5AE2-4067-853A-8CE86FC12EFF}" presName="tx1" presStyleLbl="revTx" presStyleIdx="2" presStyleCnt="7"/>
      <dgm:spPr/>
    </dgm:pt>
    <dgm:pt modelId="{F477DDB3-8CBE-45B5-84F3-8CDB7DB0E7A1}" type="pres">
      <dgm:prSet presAssocID="{B1D7FBB7-5AE2-4067-853A-8CE86FC12EFF}" presName="vert1" presStyleCnt="0"/>
      <dgm:spPr/>
    </dgm:pt>
    <dgm:pt modelId="{00D569D2-51EC-49F2-968C-D250FCAB089F}" type="pres">
      <dgm:prSet presAssocID="{AEF28D2C-9E35-4829-89F2-B32C11E73F7F}" presName="thickLine" presStyleLbl="alignNode1" presStyleIdx="3" presStyleCnt="7"/>
      <dgm:spPr/>
    </dgm:pt>
    <dgm:pt modelId="{734AB060-A69A-4E52-99C3-0FBCED3A9AD3}" type="pres">
      <dgm:prSet presAssocID="{AEF28D2C-9E35-4829-89F2-B32C11E73F7F}" presName="horz1" presStyleCnt="0"/>
      <dgm:spPr/>
    </dgm:pt>
    <dgm:pt modelId="{5DA06B67-60E3-4252-9D98-850A3ED5025B}" type="pres">
      <dgm:prSet presAssocID="{AEF28D2C-9E35-4829-89F2-B32C11E73F7F}" presName="tx1" presStyleLbl="revTx" presStyleIdx="3" presStyleCnt="7"/>
      <dgm:spPr/>
    </dgm:pt>
    <dgm:pt modelId="{DB01A3CD-9665-404E-91C8-CFA3C8BB0D2A}" type="pres">
      <dgm:prSet presAssocID="{AEF28D2C-9E35-4829-89F2-B32C11E73F7F}" presName="vert1" presStyleCnt="0"/>
      <dgm:spPr/>
    </dgm:pt>
    <dgm:pt modelId="{CA348A3B-CF4F-4C40-A2C7-5CCD04BFA504}" type="pres">
      <dgm:prSet presAssocID="{4FF16E6E-85AF-4578-834B-D64BCFA3D89D}" presName="thickLine" presStyleLbl="alignNode1" presStyleIdx="4" presStyleCnt="7"/>
      <dgm:spPr/>
    </dgm:pt>
    <dgm:pt modelId="{780E6B02-25A0-4F8C-93CA-8552CE73FEB2}" type="pres">
      <dgm:prSet presAssocID="{4FF16E6E-85AF-4578-834B-D64BCFA3D89D}" presName="horz1" presStyleCnt="0"/>
      <dgm:spPr/>
    </dgm:pt>
    <dgm:pt modelId="{EC93B5A1-1292-4317-B017-A88162DD0ED0}" type="pres">
      <dgm:prSet presAssocID="{4FF16E6E-85AF-4578-834B-D64BCFA3D89D}" presName="tx1" presStyleLbl="revTx" presStyleIdx="4" presStyleCnt="7"/>
      <dgm:spPr/>
    </dgm:pt>
    <dgm:pt modelId="{70F25CD2-0342-41E5-92A6-1B0C8C62053F}" type="pres">
      <dgm:prSet presAssocID="{4FF16E6E-85AF-4578-834B-D64BCFA3D89D}" presName="vert1" presStyleCnt="0"/>
      <dgm:spPr/>
    </dgm:pt>
    <dgm:pt modelId="{5C13440B-E956-4BB4-810C-515D80C53394}" type="pres">
      <dgm:prSet presAssocID="{A5B42B24-AA47-4013-8050-02347B6E7A4D}" presName="thickLine" presStyleLbl="alignNode1" presStyleIdx="5" presStyleCnt="7"/>
      <dgm:spPr/>
    </dgm:pt>
    <dgm:pt modelId="{4CE4A80D-ECCA-400C-80F2-48DEFEE9EE95}" type="pres">
      <dgm:prSet presAssocID="{A5B42B24-AA47-4013-8050-02347B6E7A4D}" presName="horz1" presStyleCnt="0"/>
      <dgm:spPr/>
    </dgm:pt>
    <dgm:pt modelId="{3A54816D-776F-4126-8813-23213C982996}" type="pres">
      <dgm:prSet presAssocID="{A5B42B24-AA47-4013-8050-02347B6E7A4D}" presName="tx1" presStyleLbl="revTx" presStyleIdx="5" presStyleCnt="7"/>
      <dgm:spPr/>
    </dgm:pt>
    <dgm:pt modelId="{4F11BB18-B287-4DF6-A12E-46C718B92AAB}" type="pres">
      <dgm:prSet presAssocID="{A5B42B24-AA47-4013-8050-02347B6E7A4D}" presName="vert1" presStyleCnt="0"/>
      <dgm:spPr/>
    </dgm:pt>
    <dgm:pt modelId="{74C6FDCC-508B-42C9-89F1-33E577D7F5C4}" type="pres">
      <dgm:prSet presAssocID="{D9CF44E1-62A4-4EE7-9CE0-6903FF692DDD}" presName="thickLine" presStyleLbl="alignNode1" presStyleIdx="6" presStyleCnt="7"/>
      <dgm:spPr/>
    </dgm:pt>
    <dgm:pt modelId="{84C02B0C-A41F-44D3-930B-959BCE4566A5}" type="pres">
      <dgm:prSet presAssocID="{D9CF44E1-62A4-4EE7-9CE0-6903FF692DDD}" presName="horz1" presStyleCnt="0"/>
      <dgm:spPr/>
    </dgm:pt>
    <dgm:pt modelId="{406E0244-8AB6-48D3-82BD-E52EA4B7642A}" type="pres">
      <dgm:prSet presAssocID="{D9CF44E1-62A4-4EE7-9CE0-6903FF692DDD}" presName="tx1" presStyleLbl="revTx" presStyleIdx="6" presStyleCnt="7"/>
      <dgm:spPr/>
    </dgm:pt>
    <dgm:pt modelId="{621FCEF1-372C-4A4F-890C-AAC79704DCA5}" type="pres">
      <dgm:prSet presAssocID="{D9CF44E1-62A4-4EE7-9CE0-6903FF692DDD}" presName="vert1" presStyleCnt="0"/>
      <dgm:spPr/>
    </dgm:pt>
  </dgm:ptLst>
  <dgm:cxnLst>
    <dgm:cxn modelId="{313F2829-6172-4993-A2CE-ACB1AC3D111B}" type="presOf" srcId="{2E6139AB-7C9A-4D40-AB3A-663DE96DF7EE}" destId="{E0A3034B-3E1C-442D-AA2D-CAD8412EDEDE}" srcOrd="0" destOrd="0" presId="urn:microsoft.com/office/officeart/2008/layout/LinedList"/>
    <dgm:cxn modelId="{D9C61E42-50A5-42D7-A97A-F5536DC87A2D}" srcId="{F5BC282C-AA54-46CD-98F6-E2D79F080138}" destId="{4FF16E6E-85AF-4578-834B-D64BCFA3D89D}" srcOrd="4" destOrd="0" parTransId="{F11D2DF1-677D-4874-B5D5-4B9EF834D050}" sibTransId="{304412D9-5DC0-4B7B-A4E2-2FD7BF022F6A}"/>
    <dgm:cxn modelId="{D17D2444-10BE-4419-A9D1-FB850169A41E}" type="presOf" srcId="{D9CF44E1-62A4-4EE7-9CE0-6903FF692DDD}" destId="{406E0244-8AB6-48D3-82BD-E52EA4B7642A}" srcOrd="0" destOrd="0" presId="urn:microsoft.com/office/officeart/2008/layout/LinedList"/>
    <dgm:cxn modelId="{10DCDF55-5E23-4182-9B50-DE18B061E5D6}" type="presOf" srcId="{A5B42B24-AA47-4013-8050-02347B6E7A4D}" destId="{3A54816D-776F-4126-8813-23213C982996}" srcOrd="0" destOrd="0" presId="urn:microsoft.com/office/officeart/2008/layout/LinedList"/>
    <dgm:cxn modelId="{0DE90659-FBFC-4B16-8AFD-0EF432D9A1C8}" srcId="{F5BC282C-AA54-46CD-98F6-E2D79F080138}" destId="{A5B42B24-AA47-4013-8050-02347B6E7A4D}" srcOrd="5" destOrd="0" parTransId="{7F247D1E-E105-4FC2-BCF5-6A1E8BBD23DF}" sibTransId="{48969B8B-37EC-48A4-A282-84D577B08EB9}"/>
    <dgm:cxn modelId="{5F261C79-3605-4E54-B4F5-DA0DB103CF87}" srcId="{F5BC282C-AA54-46CD-98F6-E2D79F080138}" destId="{2E6139AB-7C9A-4D40-AB3A-663DE96DF7EE}" srcOrd="1" destOrd="0" parTransId="{4ED3DD61-FC10-413E-AADA-D10CA2C82F4B}" sibTransId="{BA959F69-3ECA-4E7F-8417-78899CC7B8CD}"/>
    <dgm:cxn modelId="{43815A5A-C5C7-4F42-A0E7-50A08AEE6835}" type="presOf" srcId="{AEF28D2C-9E35-4829-89F2-B32C11E73F7F}" destId="{5DA06B67-60E3-4252-9D98-850A3ED5025B}" srcOrd="0" destOrd="0" presId="urn:microsoft.com/office/officeart/2008/layout/LinedList"/>
    <dgm:cxn modelId="{E0C21081-67C6-401D-89B5-2F8C40DC5C6A}" srcId="{F5BC282C-AA54-46CD-98F6-E2D79F080138}" destId="{5963FAF8-40C1-44F0-B0F1-E0788DB15DF5}" srcOrd="0" destOrd="0" parTransId="{EA37D4F7-BF12-4D93-B788-D9DB3F392029}" sibTransId="{177FECBE-FC9F-4C36-8C9A-37EBA893337F}"/>
    <dgm:cxn modelId="{6585C581-0705-4432-8AF7-4B4A9271CC28}" type="presOf" srcId="{F5BC282C-AA54-46CD-98F6-E2D79F080138}" destId="{D78C351B-A820-4D42-8407-D718C7AA0611}" srcOrd="0" destOrd="0" presId="urn:microsoft.com/office/officeart/2008/layout/LinedList"/>
    <dgm:cxn modelId="{AFB27C85-1052-4F2F-BB5F-32B4D546829B}" srcId="{F5BC282C-AA54-46CD-98F6-E2D79F080138}" destId="{AEF28D2C-9E35-4829-89F2-B32C11E73F7F}" srcOrd="3" destOrd="0" parTransId="{3F3732AD-4B16-42BD-B831-2CC7EE6E1379}" sibTransId="{C22BC7A5-9A6C-405F-A5BE-4FE9B2207F8F}"/>
    <dgm:cxn modelId="{9021C891-AA88-4935-A896-1AB028123653}" srcId="{F5BC282C-AA54-46CD-98F6-E2D79F080138}" destId="{D9CF44E1-62A4-4EE7-9CE0-6903FF692DDD}" srcOrd="6" destOrd="0" parTransId="{7E2E4BB9-90DC-4069-BE05-1C1F3DE99F0E}" sibTransId="{487EEF52-4EB7-4511-9B0A-078078E270EE}"/>
    <dgm:cxn modelId="{2B80249B-E44F-4721-9D16-078EE7636DED}" srcId="{F5BC282C-AA54-46CD-98F6-E2D79F080138}" destId="{B1D7FBB7-5AE2-4067-853A-8CE86FC12EFF}" srcOrd="2" destOrd="0" parTransId="{1C88D399-416C-4858-B917-6326DE0E9B09}" sibTransId="{C1D9D96C-E14A-4FD3-9FC5-5B9A9D35EFAA}"/>
    <dgm:cxn modelId="{F4A16BAC-6846-471D-AE1A-9D25FA1AC2CA}" type="presOf" srcId="{5963FAF8-40C1-44F0-B0F1-E0788DB15DF5}" destId="{A17D9444-BFEB-4607-B976-1C9DAAFBE3B3}" srcOrd="0" destOrd="0" presId="urn:microsoft.com/office/officeart/2008/layout/LinedList"/>
    <dgm:cxn modelId="{D8D2F7AC-05DD-4842-A07E-8D0D4917D31E}" type="presOf" srcId="{4FF16E6E-85AF-4578-834B-D64BCFA3D89D}" destId="{EC93B5A1-1292-4317-B017-A88162DD0ED0}" srcOrd="0" destOrd="0" presId="urn:microsoft.com/office/officeart/2008/layout/LinedList"/>
    <dgm:cxn modelId="{168574FA-E12B-40AB-B9A2-D9DAFCF52C9C}" type="presOf" srcId="{B1D7FBB7-5AE2-4067-853A-8CE86FC12EFF}" destId="{E3775698-8C54-4DBD-BA52-CF1FA27C92C6}" srcOrd="0" destOrd="0" presId="urn:microsoft.com/office/officeart/2008/layout/LinedList"/>
    <dgm:cxn modelId="{59875E7E-1D37-4EC1-946A-8D32132E0AD5}" type="presParOf" srcId="{D78C351B-A820-4D42-8407-D718C7AA0611}" destId="{C35408AB-E45B-4BCF-A96A-EC2EC02627D7}" srcOrd="0" destOrd="0" presId="urn:microsoft.com/office/officeart/2008/layout/LinedList"/>
    <dgm:cxn modelId="{6D561771-CA2A-47FF-9265-D2284EE9CBD5}" type="presParOf" srcId="{D78C351B-A820-4D42-8407-D718C7AA0611}" destId="{B0DB53AB-3F06-4720-803C-180C36B48F6E}" srcOrd="1" destOrd="0" presId="urn:microsoft.com/office/officeart/2008/layout/LinedList"/>
    <dgm:cxn modelId="{ACFBD267-E133-45C8-8A58-3AAF3740EFB6}" type="presParOf" srcId="{B0DB53AB-3F06-4720-803C-180C36B48F6E}" destId="{A17D9444-BFEB-4607-B976-1C9DAAFBE3B3}" srcOrd="0" destOrd="0" presId="urn:microsoft.com/office/officeart/2008/layout/LinedList"/>
    <dgm:cxn modelId="{E550931F-AF38-421F-A3BE-30964725F3A4}" type="presParOf" srcId="{B0DB53AB-3F06-4720-803C-180C36B48F6E}" destId="{4FB3D88C-2C73-4F97-8285-C06346614784}" srcOrd="1" destOrd="0" presId="urn:microsoft.com/office/officeart/2008/layout/LinedList"/>
    <dgm:cxn modelId="{D37A7C29-726D-473E-ABDA-6C9661B876B8}" type="presParOf" srcId="{D78C351B-A820-4D42-8407-D718C7AA0611}" destId="{BC17CB92-DE33-48AF-BA37-58E5362901A7}" srcOrd="2" destOrd="0" presId="urn:microsoft.com/office/officeart/2008/layout/LinedList"/>
    <dgm:cxn modelId="{F15F6073-DC7B-4DA9-87FC-DF1DED6BD654}" type="presParOf" srcId="{D78C351B-A820-4D42-8407-D718C7AA0611}" destId="{30535EE7-1530-450A-A5F1-52ECE97C11C2}" srcOrd="3" destOrd="0" presId="urn:microsoft.com/office/officeart/2008/layout/LinedList"/>
    <dgm:cxn modelId="{7829D5EA-FB65-4B80-9DF7-91E61B2B33FB}" type="presParOf" srcId="{30535EE7-1530-450A-A5F1-52ECE97C11C2}" destId="{E0A3034B-3E1C-442D-AA2D-CAD8412EDEDE}" srcOrd="0" destOrd="0" presId="urn:microsoft.com/office/officeart/2008/layout/LinedList"/>
    <dgm:cxn modelId="{8E5D8F56-34F2-4070-AAE2-9033EE5774F7}" type="presParOf" srcId="{30535EE7-1530-450A-A5F1-52ECE97C11C2}" destId="{FA9C555C-1F76-493A-9734-45FCE3B77D47}" srcOrd="1" destOrd="0" presId="urn:microsoft.com/office/officeart/2008/layout/LinedList"/>
    <dgm:cxn modelId="{BC11EE0E-CE5C-4434-B5A0-9EC81D8894F6}" type="presParOf" srcId="{D78C351B-A820-4D42-8407-D718C7AA0611}" destId="{6CC83671-F0D5-419C-8E4E-033452710704}" srcOrd="4" destOrd="0" presId="urn:microsoft.com/office/officeart/2008/layout/LinedList"/>
    <dgm:cxn modelId="{BF730D2A-DAB1-468F-A772-48FCF8A4BCB9}" type="presParOf" srcId="{D78C351B-A820-4D42-8407-D718C7AA0611}" destId="{74F8F865-A25A-4A0D-9606-415D428EEC8C}" srcOrd="5" destOrd="0" presId="urn:microsoft.com/office/officeart/2008/layout/LinedList"/>
    <dgm:cxn modelId="{CF3BB2E0-7036-4BA6-946B-04CF32914A29}" type="presParOf" srcId="{74F8F865-A25A-4A0D-9606-415D428EEC8C}" destId="{E3775698-8C54-4DBD-BA52-CF1FA27C92C6}" srcOrd="0" destOrd="0" presId="urn:microsoft.com/office/officeart/2008/layout/LinedList"/>
    <dgm:cxn modelId="{30A663A0-0FFA-47EE-B87F-6DDE237ACC4A}" type="presParOf" srcId="{74F8F865-A25A-4A0D-9606-415D428EEC8C}" destId="{F477DDB3-8CBE-45B5-84F3-8CDB7DB0E7A1}" srcOrd="1" destOrd="0" presId="urn:microsoft.com/office/officeart/2008/layout/LinedList"/>
    <dgm:cxn modelId="{1D2C6C8E-8A31-4091-8F3D-C7809A38B2D2}" type="presParOf" srcId="{D78C351B-A820-4D42-8407-D718C7AA0611}" destId="{00D569D2-51EC-49F2-968C-D250FCAB089F}" srcOrd="6" destOrd="0" presId="urn:microsoft.com/office/officeart/2008/layout/LinedList"/>
    <dgm:cxn modelId="{74D2C3D9-6475-4BCA-A7FC-123BBF4A35E4}" type="presParOf" srcId="{D78C351B-A820-4D42-8407-D718C7AA0611}" destId="{734AB060-A69A-4E52-99C3-0FBCED3A9AD3}" srcOrd="7" destOrd="0" presId="urn:microsoft.com/office/officeart/2008/layout/LinedList"/>
    <dgm:cxn modelId="{6A17B941-60EF-4053-AA5B-F24E0E2E547B}" type="presParOf" srcId="{734AB060-A69A-4E52-99C3-0FBCED3A9AD3}" destId="{5DA06B67-60E3-4252-9D98-850A3ED5025B}" srcOrd="0" destOrd="0" presId="urn:microsoft.com/office/officeart/2008/layout/LinedList"/>
    <dgm:cxn modelId="{2C33E1A2-E626-4A78-B3BE-F781C8E41100}" type="presParOf" srcId="{734AB060-A69A-4E52-99C3-0FBCED3A9AD3}" destId="{DB01A3CD-9665-404E-91C8-CFA3C8BB0D2A}" srcOrd="1" destOrd="0" presId="urn:microsoft.com/office/officeart/2008/layout/LinedList"/>
    <dgm:cxn modelId="{C21C9B08-FAEC-4076-9F0E-06DE0EDFCB88}" type="presParOf" srcId="{D78C351B-A820-4D42-8407-D718C7AA0611}" destId="{CA348A3B-CF4F-4C40-A2C7-5CCD04BFA504}" srcOrd="8" destOrd="0" presId="urn:microsoft.com/office/officeart/2008/layout/LinedList"/>
    <dgm:cxn modelId="{E89983DE-15CA-46EC-9D88-AC344B8629AE}" type="presParOf" srcId="{D78C351B-A820-4D42-8407-D718C7AA0611}" destId="{780E6B02-25A0-4F8C-93CA-8552CE73FEB2}" srcOrd="9" destOrd="0" presId="urn:microsoft.com/office/officeart/2008/layout/LinedList"/>
    <dgm:cxn modelId="{6F59319D-21B1-4FEE-BFDB-157C7D13068B}" type="presParOf" srcId="{780E6B02-25A0-4F8C-93CA-8552CE73FEB2}" destId="{EC93B5A1-1292-4317-B017-A88162DD0ED0}" srcOrd="0" destOrd="0" presId="urn:microsoft.com/office/officeart/2008/layout/LinedList"/>
    <dgm:cxn modelId="{319EDB7E-766D-440F-84A6-0C1117C22C11}" type="presParOf" srcId="{780E6B02-25A0-4F8C-93CA-8552CE73FEB2}" destId="{70F25CD2-0342-41E5-92A6-1B0C8C62053F}" srcOrd="1" destOrd="0" presId="urn:microsoft.com/office/officeart/2008/layout/LinedList"/>
    <dgm:cxn modelId="{3BCD21CA-A49C-4339-BE61-7ADBCB09A478}" type="presParOf" srcId="{D78C351B-A820-4D42-8407-D718C7AA0611}" destId="{5C13440B-E956-4BB4-810C-515D80C53394}" srcOrd="10" destOrd="0" presId="urn:microsoft.com/office/officeart/2008/layout/LinedList"/>
    <dgm:cxn modelId="{69CC3039-15F9-4C1A-82F0-8BD7817C7E6B}" type="presParOf" srcId="{D78C351B-A820-4D42-8407-D718C7AA0611}" destId="{4CE4A80D-ECCA-400C-80F2-48DEFEE9EE95}" srcOrd="11" destOrd="0" presId="urn:microsoft.com/office/officeart/2008/layout/LinedList"/>
    <dgm:cxn modelId="{0C60FD4C-ADB8-464C-B359-8FAA11424958}" type="presParOf" srcId="{4CE4A80D-ECCA-400C-80F2-48DEFEE9EE95}" destId="{3A54816D-776F-4126-8813-23213C982996}" srcOrd="0" destOrd="0" presId="urn:microsoft.com/office/officeart/2008/layout/LinedList"/>
    <dgm:cxn modelId="{E79DFB90-C0E9-48DD-BE6E-0AE192DE772A}" type="presParOf" srcId="{4CE4A80D-ECCA-400C-80F2-48DEFEE9EE95}" destId="{4F11BB18-B287-4DF6-A12E-46C718B92AAB}" srcOrd="1" destOrd="0" presId="urn:microsoft.com/office/officeart/2008/layout/LinedList"/>
    <dgm:cxn modelId="{3FC898F1-F901-49D8-A914-C75567270053}" type="presParOf" srcId="{D78C351B-A820-4D42-8407-D718C7AA0611}" destId="{74C6FDCC-508B-42C9-89F1-33E577D7F5C4}" srcOrd="12" destOrd="0" presId="urn:microsoft.com/office/officeart/2008/layout/LinedList"/>
    <dgm:cxn modelId="{F5E5DF2F-8AD0-4D8D-B0E1-690DA0FCC3FF}" type="presParOf" srcId="{D78C351B-A820-4D42-8407-D718C7AA0611}" destId="{84C02B0C-A41F-44D3-930B-959BCE4566A5}" srcOrd="13" destOrd="0" presId="urn:microsoft.com/office/officeart/2008/layout/LinedList"/>
    <dgm:cxn modelId="{201D2EE0-B4AD-4AF5-8799-0AABE31A7DE0}" type="presParOf" srcId="{84C02B0C-A41F-44D3-930B-959BCE4566A5}" destId="{406E0244-8AB6-48D3-82BD-E52EA4B7642A}" srcOrd="0" destOrd="0" presId="urn:microsoft.com/office/officeart/2008/layout/LinedList"/>
    <dgm:cxn modelId="{BB5C5F39-13FC-4480-B2AD-5EF7CED70A22}" type="presParOf" srcId="{84C02B0C-A41F-44D3-930B-959BCE4566A5}" destId="{621FCEF1-372C-4A4F-890C-AAC79704DC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60AE74-0AAB-433A-9B8F-47AB343E966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A395FA1-64B3-4287-BD64-C4729248ACE2}">
      <dgm:prSet/>
      <dgm:spPr/>
      <dgm:t>
        <a:bodyPr/>
        <a:lstStyle/>
        <a:p>
          <a:r>
            <a:rPr lang="en-US" b="1"/>
            <a:t>Utility Module (UtilityFunctions.java)</a:t>
          </a:r>
          <a:endParaRPr lang="en-US"/>
        </a:p>
      </dgm:t>
    </dgm:pt>
    <dgm:pt modelId="{8B48EE06-9C4A-49C3-AA44-3ACAB09474EF}" type="parTrans" cxnId="{FD138878-73E7-400B-8D42-CBA0175EB6E3}">
      <dgm:prSet/>
      <dgm:spPr/>
      <dgm:t>
        <a:bodyPr/>
        <a:lstStyle/>
        <a:p>
          <a:endParaRPr lang="en-US"/>
        </a:p>
      </dgm:t>
    </dgm:pt>
    <dgm:pt modelId="{614F2450-F8A6-40B5-956D-94BE5DA5ACBD}" type="sibTrans" cxnId="{FD138878-73E7-400B-8D42-CBA0175EB6E3}">
      <dgm:prSet/>
      <dgm:spPr/>
      <dgm:t>
        <a:bodyPr/>
        <a:lstStyle/>
        <a:p>
          <a:endParaRPr lang="en-US"/>
        </a:p>
      </dgm:t>
    </dgm:pt>
    <dgm:pt modelId="{4CA4A9E9-62E7-4EC6-B582-942D6908404B}">
      <dgm:prSet/>
      <dgm:spPr/>
      <dgm:t>
        <a:bodyPr/>
        <a:lstStyle/>
        <a:p>
          <a:r>
            <a:rPr lang="en-US"/>
            <a:t>Generates detailed reports and displays member details.</a:t>
          </a:r>
        </a:p>
      </dgm:t>
    </dgm:pt>
    <dgm:pt modelId="{C584677E-4898-4794-9B27-CD1A8528A658}" type="parTrans" cxnId="{E348BC5A-C5DD-4776-A352-7FC97CB44BA0}">
      <dgm:prSet/>
      <dgm:spPr/>
      <dgm:t>
        <a:bodyPr/>
        <a:lstStyle/>
        <a:p>
          <a:endParaRPr lang="en-US"/>
        </a:p>
      </dgm:t>
    </dgm:pt>
    <dgm:pt modelId="{0385665B-0EC6-4D1A-A198-32B02A041D1E}" type="sibTrans" cxnId="{E348BC5A-C5DD-4776-A352-7FC97CB44BA0}">
      <dgm:prSet/>
      <dgm:spPr/>
      <dgm:t>
        <a:bodyPr/>
        <a:lstStyle/>
        <a:p>
          <a:endParaRPr lang="en-US"/>
        </a:p>
      </dgm:t>
    </dgm:pt>
    <dgm:pt modelId="{BC03A0F7-9538-475F-B206-65A5EC4232A6}">
      <dgm:prSet/>
      <dgm:spPr/>
      <dgm:t>
        <a:bodyPr/>
        <a:lstStyle/>
        <a:p>
          <a:r>
            <a:rPr lang="en-US" b="1"/>
            <a:t>Validation Module (Validation.java)</a:t>
          </a:r>
          <a:endParaRPr lang="en-US"/>
        </a:p>
      </dgm:t>
    </dgm:pt>
    <dgm:pt modelId="{A03A9617-6664-409F-8621-37A603D116D3}" type="parTrans" cxnId="{55410A9A-6193-403C-9EFB-582D31C012A1}">
      <dgm:prSet/>
      <dgm:spPr/>
      <dgm:t>
        <a:bodyPr/>
        <a:lstStyle/>
        <a:p>
          <a:endParaRPr lang="en-US"/>
        </a:p>
      </dgm:t>
    </dgm:pt>
    <dgm:pt modelId="{F98AA9E0-A62A-44C0-8767-6D8F97106786}" type="sibTrans" cxnId="{55410A9A-6193-403C-9EFB-582D31C012A1}">
      <dgm:prSet/>
      <dgm:spPr/>
      <dgm:t>
        <a:bodyPr/>
        <a:lstStyle/>
        <a:p>
          <a:endParaRPr lang="en-US"/>
        </a:p>
      </dgm:t>
    </dgm:pt>
    <dgm:pt modelId="{BD35B7B2-3CF4-431D-9DA9-FAE00D3FD1B5}">
      <dgm:prSet/>
      <dgm:spPr/>
      <dgm:t>
        <a:bodyPr/>
        <a:lstStyle/>
        <a:p>
          <a:r>
            <a:rPr lang="en-US"/>
            <a:t>Ensures input correctness and type safety for user data.</a:t>
          </a:r>
        </a:p>
      </dgm:t>
    </dgm:pt>
    <dgm:pt modelId="{DA97AB37-0191-417A-906E-10A749A975C3}" type="parTrans" cxnId="{D2B47717-7CBB-4A98-8DE5-462FD7D4E74B}">
      <dgm:prSet/>
      <dgm:spPr/>
      <dgm:t>
        <a:bodyPr/>
        <a:lstStyle/>
        <a:p>
          <a:endParaRPr lang="en-US"/>
        </a:p>
      </dgm:t>
    </dgm:pt>
    <dgm:pt modelId="{8B19F834-A67E-426C-B02B-FE43301F1ABB}" type="sibTrans" cxnId="{D2B47717-7CBB-4A98-8DE5-462FD7D4E74B}">
      <dgm:prSet/>
      <dgm:spPr/>
      <dgm:t>
        <a:bodyPr/>
        <a:lstStyle/>
        <a:p>
          <a:endParaRPr lang="en-US"/>
        </a:p>
      </dgm:t>
    </dgm:pt>
    <dgm:pt modelId="{CAC23250-38F2-46AC-909A-D24CBA520E1D}">
      <dgm:prSet/>
      <dgm:spPr/>
      <dgm:t>
        <a:bodyPr/>
        <a:lstStyle/>
        <a:p>
          <a:r>
            <a:rPr lang="en-US" b="1"/>
            <a:t>Main Module (Main.java)</a:t>
          </a:r>
          <a:endParaRPr lang="en-US"/>
        </a:p>
      </dgm:t>
    </dgm:pt>
    <dgm:pt modelId="{36A2BC59-4EB4-400C-B978-0A0177A49745}" type="parTrans" cxnId="{C1A7E0CB-2C34-4ED6-B264-F7DB39AB137B}">
      <dgm:prSet/>
      <dgm:spPr/>
      <dgm:t>
        <a:bodyPr/>
        <a:lstStyle/>
        <a:p>
          <a:endParaRPr lang="en-US"/>
        </a:p>
      </dgm:t>
    </dgm:pt>
    <dgm:pt modelId="{FB52D040-B44D-4DF2-9DBB-40991FD6970E}" type="sibTrans" cxnId="{C1A7E0CB-2C34-4ED6-B264-F7DB39AB137B}">
      <dgm:prSet/>
      <dgm:spPr/>
      <dgm:t>
        <a:bodyPr/>
        <a:lstStyle/>
        <a:p>
          <a:endParaRPr lang="en-US"/>
        </a:p>
      </dgm:t>
    </dgm:pt>
    <dgm:pt modelId="{D59F1138-8491-4FBB-A476-1A3888A2A8C0}">
      <dgm:prSet/>
      <dgm:spPr/>
      <dgm:t>
        <a:bodyPr/>
        <a:lstStyle/>
        <a:p>
          <a:r>
            <a:rPr lang="en-US"/>
            <a:t>Controls menu navigation and calls the appropriate services.</a:t>
          </a:r>
        </a:p>
      </dgm:t>
    </dgm:pt>
    <dgm:pt modelId="{77C7E20D-2341-42C2-8A49-90B482AAA64B}" type="parTrans" cxnId="{5EC52FD6-3091-40EE-95F6-EE7272D2C590}">
      <dgm:prSet/>
      <dgm:spPr/>
      <dgm:t>
        <a:bodyPr/>
        <a:lstStyle/>
        <a:p>
          <a:endParaRPr lang="en-US"/>
        </a:p>
      </dgm:t>
    </dgm:pt>
    <dgm:pt modelId="{303B5481-2DFE-4F63-B669-D0B07B845A28}" type="sibTrans" cxnId="{5EC52FD6-3091-40EE-95F6-EE7272D2C590}">
      <dgm:prSet/>
      <dgm:spPr/>
      <dgm:t>
        <a:bodyPr/>
        <a:lstStyle/>
        <a:p>
          <a:endParaRPr lang="en-US"/>
        </a:p>
      </dgm:t>
    </dgm:pt>
    <dgm:pt modelId="{CFB56E0C-8DA4-4E48-9BC5-B77BDA05302D}" type="pres">
      <dgm:prSet presAssocID="{0060AE74-0AAB-433A-9B8F-47AB343E9664}" presName="vert0" presStyleCnt="0">
        <dgm:presLayoutVars>
          <dgm:dir/>
          <dgm:animOne val="branch"/>
          <dgm:animLvl val="lvl"/>
        </dgm:presLayoutVars>
      </dgm:prSet>
      <dgm:spPr/>
    </dgm:pt>
    <dgm:pt modelId="{7A4004B4-B1E7-4CD3-8D6C-23398AB022FC}" type="pres">
      <dgm:prSet presAssocID="{6A395FA1-64B3-4287-BD64-C4729248ACE2}" presName="thickLine" presStyleLbl="alignNode1" presStyleIdx="0" presStyleCnt="6"/>
      <dgm:spPr/>
    </dgm:pt>
    <dgm:pt modelId="{A5C1E898-ADB2-4A58-8FD8-CB0FFFA89A56}" type="pres">
      <dgm:prSet presAssocID="{6A395FA1-64B3-4287-BD64-C4729248ACE2}" presName="horz1" presStyleCnt="0"/>
      <dgm:spPr/>
    </dgm:pt>
    <dgm:pt modelId="{F269CEC5-CEEA-445C-BA72-2342DC7FF7DA}" type="pres">
      <dgm:prSet presAssocID="{6A395FA1-64B3-4287-BD64-C4729248ACE2}" presName="tx1" presStyleLbl="revTx" presStyleIdx="0" presStyleCnt="6"/>
      <dgm:spPr/>
    </dgm:pt>
    <dgm:pt modelId="{290A264F-E428-4308-9D2F-CF46843B88D2}" type="pres">
      <dgm:prSet presAssocID="{6A395FA1-64B3-4287-BD64-C4729248ACE2}" presName="vert1" presStyleCnt="0"/>
      <dgm:spPr/>
    </dgm:pt>
    <dgm:pt modelId="{C34C03EA-DD1D-487D-BAFF-DD48260086C0}" type="pres">
      <dgm:prSet presAssocID="{4CA4A9E9-62E7-4EC6-B582-942D6908404B}" presName="thickLine" presStyleLbl="alignNode1" presStyleIdx="1" presStyleCnt="6"/>
      <dgm:spPr/>
    </dgm:pt>
    <dgm:pt modelId="{5AC48178-9A1F-45CA-8C51-CA66B89135C6}" type="pres">
      <dgm:prSet presAssocID="{4CA4A9E9-62E7-4EC6-B582-942D6908404B}" presName="horz1" presStyleCnt="0"/>
      <dgm:spPr/>
    </dgm:pt>
    <dgm:pt modelId="{CF3A9683-1520-4160-896A-1F2FBC3411B2}" type="pres">
      <dgm:prSet presAssocID="{4CA4A9E9-62E7-4EC6-B582-942D6908404B}" presName="tx1" presStyleLbl="revTx" presStyleIdx="1" presStyleCnt="6"/>
      <dgm:spPr/>
    </dgm:pt>
    <dgm:pt modelId="{17CFF668-64B3-4CBC-95C3-64C8EE97DA1C}" type="pres">
      <dgm:prSet presAssocID="{4CA4A9E9-62E7-4EC6-B582-942D6908404B}" presName="vert1" presStyleCnt="0"/>
      <dgm:spPr/>
    </dgm:pt>
    <dgm:pt modelId="{694ED087-348F-4841-BCCA-F1ACF4302D37}" type="pres">
      <dgm:prSet presAssocID="{BC03A0F7-9538-475F-B206-65A5EC4232A6}" presName="thickLine" presStyleLbl="alignNode1" presStyleIdx="2" presStyleCnt="6"/>
      <dgm:spPr/>
    </dgm:pt>
    <dgm:pt modelId="{79F8F8B4-E591-418C-A94F-52B3310115CE}" type="pres">
      <dgm:prSet presAssocID="{BC03A0F7-9538-475F-B206-65A5EC4232A6}" presName="horz1" presStyleCnt="0"/>
      <dgm:spPr/>
    </dgm:pt>
    <dgm:pt modelId="{4C36227B-BC63-464B-9AF3-059CFF911A6F}" type="pres">
      <dgm:prSet presAssocID="{BC03A0F7-9538-475F-B206-65A5EC4232A6}" presName="tx1" presStyleLbl="revTx" presStyleIdx="2" presStyleCnt="6"/>
      <dgm:spPr/>
    </dgm:pt>
    <dgm:pt modelId="{CF6CA484-BF7D-4A36-86C8-653D233DF178}" type="pres">
      <dgm:prSet presAssocID="{BC03A0F7-9538-475F-B206-65A5EC4232A6}" presName="vert1" presStyleCnt="0"/>
      <dgm:spPr/>
    </dgm:pt>
    <dgm:pt modelId="{511DD297-8971-4E70-8578-A768780517F7}" type="pres">
      <dgm:prSet presAssocID="{BD35B7B2-3CF4-431D-9DA9-FAE00D3FD1B5}" presName="thickLine" presStyleLbl="alignNode1" presStyleIdx="3" presStyleCnt="6"/>
      <dgm:spPr/>
    </dgm:pt>
    <dgm:pt modelId="{C261E637-C383-44CA-8E7B-99C5AC510561}" type="pres">
      <dgm:prSet presAssocID="{BD35B7B2-3CF4-431D-9DA9-FAE00D3FD1B5}" presName="horz1" presStyleCnt="0"/>
      <dgm:spPr/>
    </dgm:pt>
    <dgm:pt modelId="{16C9FA42-BFC8-41CC-A542-92416CDB9354}" type="pres">
      <dgm:prSet presAssocID="{BD35B7B2-3CF4-431D-9DA9-FAE00D3FD1B5}" presName="tx1" presStyleLbl="revTx" presStyleIdx="3" presStyleCnt="6"/>
      <dgm:spPr/>
    </dgm:pt>
    <dgm:pt modelId="{91373E37-4B19-4C45-872C-AB669D6C3932}" type="pres">
      <dgm:prSet presAssocID="{BD35B7B2-3CF4-431D-9DA9-FAE00D3FD1B5}" presName="vert1" presStyleCnt="0"/>
      <dgm:spPr/>
    </dgm:pt>
    <dgm:pt modelId="{65F6D965-4825-47AE-8016-113B49C4FF5D}" type="pres">
      <dgm:prSet presAssocID="{CAC23250-38F2-46AC-909A-D24CBA520E1D}" presName="thickLine" presStyleLbl="alignNode1" presStyleIdx="4" presStyleCnt="6"/>
      <dgm:spPr/>
    </dgm:pt>
    <dgm:pt modelId="{D54ABA4A-4DFF-43CF-B519-A5311F764B04}" type="pres">
      <dgm:prSet presAssocID="{CAC23250-38F2-46AC-909A-D24CBA520E1D}" presName="horz1" presStyleCnt="0"/>
      <dgm:spPr/>
    </dgm:pt>
    <dgm:pt modelId="{255B40E9-3AED-4610-9C76-5476D17B0F1E}" type="pres">
      <dgm:prSet presAssocID="{CAC23250-38F2-46AC-909A-D24CBA520E1D}" presName="tx1" presStyleLbl="revTx" presStyleIdx="4" presStyleCnt="6"/>
      <dgm:spPr/>
    </dgm:pt>
    <dgm:pt modelId="{4C83D6C2-9EE0-4809-ABDF-EA437F3090B2}" type="pres">
      <dgm:prSet presAssocID="{CAC23250-38F2-46AC-909A-D24CBA520E1D}" presName="vert1" presStyleCnt="0"/>
      <dgm:spPr/>
    </dgm:pt>
    <dgm:pt modelId="{751810E1-8F0E-4DF4-92C0-09E270702269}" type="pres">
      <dgm:prSet presAssocID="{D59F1138-8491-4FBB-A476-1A3888A2A8C0}" presName="thickLine" presStyleLbl="alignNode1" presStyleIdx="5" presStyleCnt="6"/>
      <dgm:spPr/>
    </dgm:pt>
    <dgm:pt modelId="{942F8D35-9C14-48BB-8CE7-BF8DE38778AB}" type="pres">
      <dgm:prSet presAssocID="{D59F1138-8491-4FBB-A476-1A3888A2A8C0}" presName="horz1" presStyleCnt="0"/>
      <dgm:spPr/>
    </dgm:pt>
    <dgm:pt modelId="{EBFF5399-32AC-43A2-B855-F2E1961DC3A8}" type="pres">
      <dgm:prSet presAssocID="{D59F1138-8491-4FBB-A476-1A3888A2A8C0}" presName="tx1" presStyleLbl="revTx" presStyleIdx="5" presStyleCnt="6"/>
      <dgm:spPr/>
    </dgm:pt>
    <dgm:pt modelId="{52A419F2-26F8-4C8E-ACBE-4F91FEBE8769}" type="pres">
      <dgm:prSet presAssocID="{D59F1138-8491-4FBB-A476-1A3888A2A8C0}" presName="vert1" presStyleCnt="0"/>
      <dgm:spPr/>
    </dgm:pt>
  </dgm:ptLst>
  <dgm:cxnLst>
    <dgm:cxn modelId="{D2B47717-7CBB-4A98-8DE5-462FD7D4E74B}" srcId="{0060AE74-0AAB-433A-9B8F-47AB343E9664}" destId="{BD35B7B2-3CF4-431D-9DA9-FAE00D3FD1B5}" srcOrd="3" destOrd="0" parTransId="{DA97AB37-0191-417A-906E-10A749A975C3}" sibTransId="{8B19F834-A67E-426C-B02B-FE43301F1ABB}"/>
    <dgm:cxn modelId="{FEF1644F-91C8-4ECF-B214-066907810AFE}" type="presOf" srcId="{CAC23250-38F2-46AC-909A-D24CBA520E1D}" destId="{255B40E9-3AED-4610-9C76-5476D17B0F1E}" srcOrd="0" destOrd="0" presId="urn:microsoft.com/office/officeart/2008/layout/LinedList"/>
    <dgm:cxn modelId="{30F7D572-2FF7-45BA-9411-BC9D6E98328B}" type="presOf" srcId="{6A395FA1-64B3-4287-BD64-C4729248ACE2}" destId="{F269CEC5-CEEA-445C-BA72-2342DC7FF7DA}" srcOrd="0" destOrd="0" presId="urn:microsoft.com/office/officeart/2008/layout/LinedList"/>
    <dgm:cxn modelId="{FD138878-73E7-400B-8D42-CBA0175EB6E3}" srcId="{0060AE74-0AAB-433A-9B8F-47AB343E9664}" destId="{6A395FA1-64B3-4287-BD64-C4729248ACE2}" srcOrd="0" destOrd="0" parTransId="{8B48EE06-9C4A-49C3-AA44-3ACAB09474EF}" sibTransId="{614F2450-F8A6-40B5-956D-94BE5DA5ACBD}"/>
    <dgm:cxn modelId="{E348BC5A-C5DD-4776-A352-7FC97CB44BA0}" srcId="{0060AE74-0AAB-433A-9B8F-47AB343E9664}" destId="{4CA4A9E9-62E7-4EC6-B582-942D6908404B}" srcOrd="1" destOrd="0" parTransId="{C584677E-4898-4794-9B27-CD1A8528A658}" sibTransId="{0385665B-0EC6-4D1A-A198-32B02A041D1E}"/>
    <dgm:cxn modelId="{61E8378F-074A-4F94-84E2-456F9980C980}" type="presOf" srcId="{0060AE74-0AAB-433A-9B8F-47AB343E9664}" destId="{CFB56E0C-8DA4-4E48-9BC5-B77BDA05302D}" srcOrd="0" destOrd="0" presId="urn:microsoft.com/office/officeart/2008/layout/LinedList"/>
    <dgm:cxn modelId="{40705D90-91D5-4F34-8797-E6622C27A786}" type="presOf" srcId="{D59F1138-8491-4FBB-A476-1A3888A2A8C0}" destId="{EBFF5399-32AC-43A2-B855-F2E1961DC3A8}" srcOrd="0" destOrd="0" presId="urn:microsoft.com/office/officeart/2008/layout/LinedList"/>
    <dgm:cxn modelId="{55410A9A-6193-403C-9EFB-582D31C012A1}" srcId="{0060AE74-0AAB-433A-9B8F-47AB343E9664}" destId="{BC03A0F7-9538-475F-B206-65A5EC4232A6}" srcOrd="2" destOrd="0" parTransId="{A03A9617-6664-409F-8621-37A603D116D3}" sibTransId="{F98AA9E0-A62A-44C0-8767-6D8F97106786}"/>
    <dgm:cxn modelId="{C1A7E0CB-2C34-4ED6-B264-F7DB39AB137B}" srcId="{0060AE74-0AAB-433A-9B8F-47AB343E9664}" destId="{CAC23250-38F2-46AC-909A-D24CBA520E1D}" srcOrd="4" destOrd="0" parTransId="{36A2BC59-4EB4-400C-B978-0A0177A49745}" sibTransId="{FB52D040-B44D-4DF2-9DBB-40991FD6970E}"/>
    <dgm:cxn modelId="{A66F8CD3-5EB5-4EA6-854B-A1D36F94C292}" type="presOf" srcId="{BC03A0F7-9538-475F-B206-65A5EC4232A6}" destId="{4C36227B-BC63-464B-9AF3-059CFF911A6F}" srcOrd="0" destOrd="0" presId="urn:microsoft.com/office/officeart/2008/layout/LinedList"/>
    <dgm:cxn modelId="{5EC52FD6-3091-40EE-95F6-EE7272D2C590}" srcId="{0060AE74-0AAB-433A-9B8F-47AB343E9664}" destId="{D59F1138-8491-4FBB-A476-1A3888A2A8C0}" srcOrd="5" destOrd="0" parTransId="{77C7E20D-2341-42C2-8A49-90B482AAA64B}" sibTransId="{303B5481-2DFE-4F63-B669-D0B07B845A28}"/>
    <dgm:cxn modelId="{C23C59E7-4BB5-4063-A05D-D5A044B97AC2}" type="presOf" srcId="{4CA4A9E9-62E7-4EC6-B582-942D6908404B}" destId="{CF3A9683-1520-4160-896A-1F2FBC3411B2}" srcOrd="0" destOrd="0" presId="urn:microsoft.com/office/officeart/2008/layout/LinedList"/>
    <dgm:cxn modelId="{1BEBFEEA-E6F0-412C-AF14-45DD402B0C15}" type="presOf" srcId="{BD35B7B2-3CF4-431D-9DA9-FAE00D3FD1B5}" destId="{16C9FA42-BFC8-41CC-A542-92416CDB9354}" srcOrd="0" destOrd="0" presId="urn:microsoft.com/office/officeart/2008/layout/LinedList"/>
    <dgm:cxn modelId="{5C1FC25C-2EC0-44B1-9EAD-02F5A08E9675}" type="presParOf" srcId="{CFB56E0C-8DA4-4E48-9BC5-B77BDA05302D}" destId="{7A4004B4-B1E7-4CD3-8D6C-23398AB022FC}" srcOrd="0" destOrd="0" presId="urn:microsoft.com/office/officeart/2008/layout/LinedList"/>
    <dgm:cxn modelId="{B9B0C9FE-BF84-472D-8CAC-C78D73E27FFB}" type="presParOf" srcId="{CFB56E0C-8DA4-4E48-9BC5-B77BDA05302D}" destId="{A5C1E898-ADB2-4A58-8FD8-CB0FFFA89A56}" srcOrd="1" destOrd="0" presId="urn:microsoft.com/office/officeart/2008/layout/LinedList"/>
    <dgm:cxn modelId="{60759A1E-E585-406B-9C16-2D7382133932}" type="presParOf" srcId="{A5C1E898-ADB2-4A58-8FD8-CB0FFFA89A56}" destId="{F269CEC5-CEEA-445C-BA72-2342DC7FF7DA}" srcOrd="0" destOrd="0" presId="urn:microsoft.com/office/officeart/2008/layout/LinedList"/>
    <dgm:cxn modelId="{B4C72AF9-720B-4F9B-AEE1-B8117B6E6233}" type="presParOf" srcId="{A5C1E898-ADB2-4A58-8FD8-CB0FFFA89A56}" destId="{290A264F-E428-4308-9D2F-CF46843B88D2}" srcOrd="1" destOrd="0" presId="urn:microsoft.com/office/officeart/2008/layout/LinedList"/>
    <dgm:cxn modelId="{05A9D034-853A-4833-9D65-528FADBCD68F}" type="presParOf" srcId="{CFB56E0C-8DA4-4E48-9BC5-B77BDA05302D}" destId="{C34C03EA-DD1D-487D-BAFF-DD48260086C0}" srcOrd="2" destOrd="0" presId="urn:microsoft.com/office/officeart/2008/layout/LinedList"/>
    <dgm:cxn modelId="{8C6693EF-01AA-46AC-80D5-B89A413BE0F5}" type="presParOf" srcId="{CFB56E0C-8DA4-4E48-9BC5-B77BDA05302D}" destId="{5AC48178-9A1F-45CA-8C51-CA66B89135C6}" srcOrd="3" destOrd="0" presId="urn:microsoft.com/office/officeart/2008/layout/LinedList"/>
    <dgm:cxn modelId="{EF0C8C84-9699-4706-AAD7-30420E5EA3EC}" type="presParOf" srcId="{5AC48178-9A1F-45CA-8C51-CA66B89135C6}" destId="{CF3A9683-1520-4160-896A-1F2FBC3411B2}" srcOrd="0" destOrd="0" presId="urn:microsoft.com/office/officeart/2008/layout/LinedList"/>
    <dgm:cxn modelId="{4841D0A2-9058-41F6-A9E1-3D7A4872B148}" type="presParOf" srcId="{5AC48178-9A1F-45CA-8C51-CA66B89135C6}" destId="{17CFF668-64B3-4CBC-95C3-64C8EE97DA1C}" srcOrd="1" destOrd="0" presId="urn:microsoft.com/office/officeart/2008/layout/LinedList"/>
    <dgm:cxn modelId="{12C83CF6-551F-4AF4-A5F9-14E00CC15F75}" type="presParOf" srcId="{CFB56E0C-8DA4-4E48-9BC5-B77BDA05302D}" destId="{694ED087-348F-4841-BCCA-F1ACF4302D37}" srcOrd="4" destOrd="0" presId="urn:microsoft.com/office/officeart/2008/layout/LinedList"/>
    <dgm:cxn modelId="{0CF851A3-4F76-4334-AB5D-C822D1E95C6A}" type="presParOf" srcId="{CFB56E0C-8DA4-4E48-9BC5-B77BDA05302D}" destId="{79F8F8B4-E591-418C-A94F-52B3310115CE}" srcOrd="5" destOrd="0" presId="urn:microsoft.com/office/officeart/2008/layout/LinedList"/>
    <dgm:cxn modelId="{8DF6B6E0-5623-4A1F-85F4-A9809E909496}" type="presParOf" srcId="{79F8F8B4-E591-418C-A94F-52B3310115CE}" destId="{4C36227B-BC63-464B-9AF3-059CFF911A6F}" srcOrd="0" destOrd="0" presId="urn:microsoft.com/office/officeart/2008/layout/LinedList"/>
    <dgm:cxn modelId="{8FF3303F-20B4-4D6C-9FA9-133BC3BEBFD8}" type="presParOf" srcId="{79F8F8B4-E591-418C-A94F-52B3310115CE}" destId="{CF6CA484-BF7D-4A36-86C8-653D233DF178}" srcOrd="1" destOrd="0" presId="urn:microsoft.com/office/officeart/2008/layout/LinedList"/>
    <dgm:cxn modelId="{8B607E7F-91C4-414E-9240-3694246D4DCD}" type="presParOf" srcId="{CFB56E0C-8DA4-4E48-9BC5-B77BDA05302D}" destId="{511DD297-8971-4E70-8578-A768780517F7}" srcOrd="6" destOrd="0" presId="urn:microsoft.com/office/officeart/2008/layout/LinedList"/>
    <dgm:cxn modelId="{334D1F5E-4854-4869-99D1-38A55901A682}" type="presParOf" srcId="{CFB56E0C-8DA4-4E48-9BC5-B77BDA05302D}" destId="{C261E637-C383-44CA-8E7B-99C5AC510561}" srcOrd="7" destOrd="0" presId="urn:microsoft.com/office/officeart/2008/layout/LinedList"/>
    <dgm:cxn modelId="{44A1454D-7A41-411C-9674-F56A89711F45}" type="presParOf" srcId="{C261E637-C383-44CA-8E7B-99C5AC510561}" destId="{16C9FA42-BFC8-41CC-A542-92416CDB9354}" srcOrd="0" destOrd="0" presId="urn:microsoft.com/office/officeart/2008/layout/LinedList"/>
    <dgm:cxn modelId="{AB9B8FC0-0A38-485A-A965-F0810074448E}" type="presParOf" srcId="{C261E637-C383-44CA-8E7B-99C5AC510561}" destId="{91373E37-4B19-4C45-872C-AB669D6C3932}" srcOrd="1" destOrd="0" presId="urn:microsoft.com/office/officeart/2008/layout/LinedList"/>
    <dgm:cxn modelId="{46F5D0BD-E42D-4827-8CFB-F982F4EA7E54}" type="presParOf" srcId="{CFB56E0C-8DA4-4E48-9BC5-B77BDA05302D}" destId="{65F6D965-4825-47AE-8016-113B49C4FF5D}" srcOrd="8" destOrd="0" presId="urn:microsoft.com/office/officeart/2008/layout/LinedList"/>
    <dgm:cxn modelId="{20BB35F1-F2FE-4EB4-8522-3745D3C152F3}" type="presParOf" srcId="{CFB56E0C-8DA4-4E48-9BC5-B77BDA05302D}" destId="{D54ABA4A-4DFF-43CF-B519-A5311F764B04}" srcOrd="9" destOrd="0" presId="urn:microsoft.com/office/officeart/2008/layout/LinedList"/>
    <dgm:cxn modelId="{2D8B4E16-E3E3-4F23-80BD-7A644DB54B1D}" type="presParOf" srcId="{D54ABA4A-4DFF-43CF-B519-A5311F764B04}" destId="{255B40E9-3AED-4610-9C76-5476D17B0F1E}" srcOrd="0" destOrd="0" presId="urn:microsoft.com/office/officeart/2008/layout/LinedList"/>
    <dgm:cxn modelId="{85645772-0F38-4F93-8DC5-4079AA866E81}" type="presParOf" srcId="{D54ABA4A-4DFF-43CF-B519-A5311F764B04}" destId="{4C83D6C2-9EE0-4809-ABDF-EA437F3090B2}" srcOrd="1" destOrd="0" presId="urn:microsoft.com/office/officeart/2008/layout/LinedList"/>
    <dgm:cxn modelId="{164C6A70-C775-4115-BF7D-3B4D1B250945}" type="presParOf" srcId="{CFB56E0C-8DA4-4E48-9BC5-B77BDA05302D}" destId="{751810E1-8F0E-4DF4-92C0-09E270702269}" srcOrd="10" destOrd="0" presId="urn:microsoft.com/office/officeart/2008/layout/LinedList"/>
    <dgm:cxn modelId="{2BF9CF3D-C94B-40C3-902B-AEB889DC85B3}" type="presParOf" srcId="{CFB56E0C-8DA4-4E48-9BC5-B77BDA05302D}" destId="{942F8D35-9C14-48BB-8CE7-BF8DE38778AB}" srcOrd="11" destOrd="0" presId="urn:microsoft.com/office/officeart/2008/layout/LinedList"/>
    <dgm:cxn modelId="{64016670-BA51-44E6-9397-458E2CB960B1}" type="presParOf" srcId="{942F8D35-9C14-48BB-8CE7-BF8DE38778AB}" destId="{EBFF5399-32AC-43A2-B855-F2E1961DC3A8}" srcOrd="0" destOrd="0" presId="urn:microsoft.com/office/officeart/2008/layout/LinedList"/>
    <dgm:cxn modelId="{56A3EAB5-6A87-497C-900E-1EB02DEB249E}" type="presParOf" srcId="{942F8D35-9C14-48BB-8CE7-BF8DE38778AB}" destId="{52A419F2-26F8-4C8E-ACBE-4F91FEBE87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9594A8-D6EB-421B-A6D1-20C0D9E14A8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D4F3EF-1E10-4C98-B1E1-64B61F9279AE}">
      <dgm:prSet/>
      <dgm:spPr/>
      <dgm:t>
        <a:bodyPr/>
        <a:lstStyle/>
        <a:p>
          <a:r>
            <a:rPr lang="en-US" b="1"/>
            <a:t>Kavya Raj P:</a:t>
          </a:r>
          <a:endParaRPr lang="en-US"/>
        </a:p>
      </dgm:t>
    </dgm:pt>
    <dgm:pt modelId="{21725FEF-7310-4C84-9EC7-9B52E9F0E1B1}" type="parTrans" cxnId="{0A61CD41-F51F-4C31-8E9F-F75CB9E8676F}">
      <dgm:prSet/>
      <dgm:spPr/>
      <dgm:t>
        <a:bodyPr/>
        <a:lstStyle/>
        <a:p>
          <a:endParaRPr lang="en-US"/>
        </a:p>
      </dgm:t>
    </dgm:pt>
    <dgm:pt modelId="{4D40534E-BEC1-4447-8F35-A69983A95CE5}" type="sibTrans" cxnId="{0A61CD41-F51F-4C31-8E9F-F75CB9E8676F}">
      <dgm:prSet/>
      <dgm:spPr/>
      <dgm:t>
        <a:bodyPr/>
        <a:lstStyle/>
        <a:p>
          <a:endParaRPr lang="en-US"/>
        </a:p>
      </dgm:t>
    </dgm:pt>
    <dgm:pt modelId="{9E75312A-D51B-4E60-B42F-9119201F1C02}">
      <dgm:prSet/>
      <dgm:spPr/>
      <dgm:t>
        <a:bodyPr/>
        <a:lstStyle/>
        <a:p>
          <a:r>
            <a:rPr lang="en-US"/>
            <a:t>Created Members class and methods</a:t>
          </a:r>
        </a:p>
      </dgm:t>
    </dgm:pt>
    <dgm:pt modelId="{F67126F3-204A-4FAC-ADD2-6E0DA5419BC9}" type="parTrans" cxnId="{9A7B0D5D-F621-40FA-8560-370A6FB3DDB5}">
      <dgm:prSet/>
      <dgm:spPr/>
      <dgm:t>
        <a:bodyPr/>
        <a:lstStyle/>
        <a:p>
          <a:endParaRPr lang="en-US"/>
        </a:p>
      </dgm:t>
    </dgm:pt>
    <dgm:pt modelId="{A17CFB60-42AB-4496-B329-4A0A673BCC41}" type="sibTrans" cxnId="{9A7B0D5D-F621-40FA-8560-370A6FB3DDB5}">
      <dgm:prSet/>
      <dgm:spPr/>
      <dgm:t>
        <a:bodyPr/>
        <a:lstStyle/>
        <a:p>
          <a:endParaRPr lang="en-US"/>
        </a:p>
      </dgm:t>
    </dgm:pt>
    <dgm:pt modelId="{00439C8F-69F4-4CDA-B5E7-5CE724AF1C1F}">
      <dgm:prSet/>
      <dgm:spPr/>
      <dgm:t>
        <a:bodyPr/>
        <a:lstStyle/>
        <a:p>
          <a:r>
            <a:rPr lang="en-US"/>
            <a:t>Create methods to add members and assign policy plans to each members.</a:t>
          </a:r>
        </a:p>
      </dgm:t>
    </dgm:pt>
    <dgm:pt modelId="{F2970FF1-299C-49CB-B786-4C8D14EDE992}" type="parTrans" cxnId="{0FBEF54A-7231-4ABF-B07A-F3FF92A28022}">
      <dgm:prSet/>
      <dgm:spPr/>
      <dgm:t>
        <a:bodyPr/>
        <a:lstStyle/>
        <a:p>
          <a:endParaRPr lang="en-US"/>
        </a:p>
      </dgm:t>
    </dgm:pt>
    <dgm:pt modelId="{8DD05C09-2B35-4090-B39A-651F0304E64D}" type="sibTrans" cxnId="{0FBEF54A-7231-4ABF-B07A-F3FF92A28022}">
      <dgm:prSet/>
      <dgm:spPr/>
      <dgm:t>
        <a:bodyPr/>
        <a:lstStyle/>
        <a:p>
          <a:endParaRPr lang="en-US"/>
        </a:p>
      </dgm:t>
    </dgm:pt>
    <dgm:pt modelId="{CAA9A918-84B6-4ADA-B0E1-8BB0315234CA}">
      <dgm:prSet/>
      <dgm:spPr/>
      <dgm:t>
        <a:bodyPr/>
        <a:lstStyle/>
        <a:p>
          <a:r>
            <a:rPr lang="en-US" b="1"/>
            <a:t>Aghilesh R:</a:t>
          </a:r>
          <a:endParaRPr lang="en-US"/>
        </a:p>
      </dgm:t>
    </dgm:pt>
    <dgm:pt modelId="{A5457686-38C5-4325-8BED-1FF99AABC1E1}" type="parTrans" cxnId="{9669BC79-889E-4D41-9A0C-01DC4EEB2BDD}">
      <dgm:prSet/>
      <dgm:spPr/>
      <dgm:t>
        <a:bodyPr/>
        <a:lstStyle/>
        <a:p>
          <a:endParaRPr lang="en-US"/>
        </a:p>
      </dgm:t>
    </dgm:pt>
    <dgm:pt modelId="{3AC93BDE-14C3-4E68-8FCB-11975251137C}" type="sibTrans" cxnId="{9669BC79-889E-4D41-9A0C-01DC4EEB2BDD}">
      <dgm:prSet/>
      <dgm:spPr/>
      <dgm:t>
        <a:bodyPr/>
        <a:lstStyle/>
        <a:p>
          <a:endParaRPr lang="en-US"/>
        </a:p>
      </dgm:t>
    </dgm:pt>
    <dgm:pt modelId="{16F11EC3-8277-4D06-A1A4-73EC8003881C}">
      <dgm:prSet/>
      <dgm:spPr/>
      <dgm:t>
        <a:bodyPr/>
        <a:lstStyle/>
        <a:p>
          <a:r>
            <a:rPr lang="en-US"/>
            <a:t>Display available policy plans.</a:t>
          </a:r>
        </a:p>
      </dgm:t>
    </dgm:pt>
    <dgm:pt modelId="{AC072299-0EFA-4B11-B29F-567C58EC6116}" type="parTrans" cxnId="{127070B9-1852-4F12-9211-6730BF7369D7}">
      <dgm:prSet/>
      <dgm:spPr/>
      <dgm:t>
        <a:bodyPr/>
        <a:lstStyle/>
        <a:p>
          <a:endParaRPr lang="en-US"/>
        </a:p>
      </dgm:t>
    </dgm:pt>
    <dgm:pt modelId="{0C9BD9C8-66AA-4AB6-AF91-B68E987737FF}" type="sibTrans" cxnId="{127070B9-1852-4F12-9211-6730BF7369D7}">
      <dgm:prSet/>
      <dgm:spPr/>
      <dgm:t>
        <a:bodyPr/>
        <a:lstStyle/>
        <a:p>
          <a:endParaRPr lang="en-US"/>
        </a:p>
      </dgm:t>
    </dgm:pt>
    <dgm:pt modelId="{A24CC926-BB9C-4189-B8B5-01F7A6605E1A}">
      <dgm:prSet/>
      <dgm:spPr/>
      <dgm:t>
        <a:bodyPr/>
        <a:lstStyle/>
        <a:p>
          <a:r>
            <a:rPr lang="en-US"/>
            <a:t>Created policy class and methods</a:t>
          </a:r>
        </a:p>
      </dgm:t>
    </dgm:pt>
    <dgm:pt modelId="{3AD96E2B-F86E-41BE-A5BB-046F67045DA4}" type="parTrans" cxnId="{543225E7-A414-4503-A3C8-D8D9EB1B8DDE}">
      <dgm:prSet/>
      <dgm:spPr/>
      <dgm:t>
        <a:bodyPr/>
        <a:lstStyle/>
        <a:p>
          <a:endParaRPr lang="en-US"/>
        </a:p>
      </dgm:t>
    </dgm:pt>
    <dgm:pt modelId="{C6F8CD6D-19A8-4AEB-9F43-FABBCB55C39E}" type="sibTrans" cxnId="{543225E7-A414-4503-A3C8-D8D9EB1B8DDE}">
      <dgm:prSet/>
      <dgm:spPr/>
      <dgm:t>
        <a:bodyPr/>
        <a:lstStyle/>
        <a:p>
          <a:endParaRPr lang="en-US"/>
        </a:p>
      </dgm:t>
    </dgm:pt>
    <dgm:pt modelId="{F338803E-3ED3-479E-BD59-B293182E4B53}">
      <dgm:prSet/>
      <dgm:spPr/>
      <dgm:t>
        <a:bodyPr/>
        <a:lstStyle/>
        <a:p>
          <a:r>
            <a:rPr lang="en-US"/>
            <a:t>Method to remove members.</a:t>
          </a:r>
        </a:p>
      </dgm:t>
    </dgm:pt>
    <dgm:pt modelId="{2F816884-A55B-4E16-B28C-08733A273B6F}" type="parTrans" cxnId="{14B6FFA3-6B70-44AA-8C62-8A6681CE9BDA}">
      <dgm:prSet/>
      <dgm:spPr/>
      <dgm:t>
        <a:bodyPr/>
        <a:lstStyle/>
        <a:p>
          <a:endParaRPr lang="en-US"/>
        </a:p>
      </dgm:t>
    </dgm:pt>
    <dgm:pt modelId="{A4C3FF09-D269-4BC2-8384-58B9560597DD}" type="sibTrans" cxnId="{14B6FFA3-6B70-44AA-8C62-8A6681CE9BDA}">
      <dgm:prSet/>
      <dgm:spPr/>
      <dgm:t>
        <a:bodyPr/>
        <a:lstStyle/>
        <a:p>
          <a:endParaRPr lang="en-US"/>
        </a:p>
      </dgm:t>
    </dgm:pt>
    <dgm:pt modelId="{3F48F6CA-E7DF-4338-A70F-66330CEECC68}" type="pres">
      <dgm:prSet presAssocID="{4A9594A8-D6EB-421B-A6D1-20C0D9E14A82}" presName="vert0" presStyleCnt="0">
        <dgm:presLayoutVars>
          <dgm:dir/>
          <dgm:animOne val="branch"/>
          <dgm:animLvl val="lvl"/>
        </dgm:presLayoutVars>
      </dgm:prSet>
      <dgm:spPr/>
    </dgm:pt>
    <dgm:pt modelId="{1D768C5D-64CA-47F1-AF9F-17CB9FFD5F10}" type="pres">
      <dgm:prSet presAssocID="{CDD4F3EF-1E10-4C98-B1E1-64B61F9279AE}" presName="thickLine" presStyleLbl="alignNode1" presStyleIdx="0" presStyleCnt="7"/>
      <dgm:spPr/>
    </dgm:pt>
    <dgm:pt modelId="{C6B2B1B1-85F4-45F8-928C-2DE3F3C9FB09}" type="pres">
      <dgm:prSet presAssocID="{CDD4F3EF-1E10-4C98-B1E1-64B61F9279AE}" presName="horz1" presStyleCnt="0"/>
      <dgm:spPr/>
    </dgm:pt>
    <dgm:pt modelId="{8435A494-2406-43CC-B805-98B41F1D3259}" type="pres">
      <dgm:prSet presAssocID="{CDD4F3EF-1E10-4C98-B1E1-64B61F9279AE}" presName="tx1" presStyleLbl="revTx" presStyleIdx="0" presStyleCnt="7"/>
      <dgm:spPr/>
    </dgm:pt>
    <dgm:pt modelId="{1EA05254-6A27-4F42-95C9-449B65DB00B9}" type="pres">
      <dgm:prSet presAssocID="{CDD4F3EF-1E10-4C98-B1E1-64B61F9279AE}" presName="vert1" presStyleCnt="0"/>
      <dgm:spPr/>
    </dgm:pt>
    <dgm:pt modelId="{C5BF77A9-402C-428D-A0D7-5BD49C0197B9}" type="pres">
      <dgm:prSet presAssocID="{9E75312A-D51B-4E60-B42F-9119201F1C02}" presName="thickLine" presStyleLbl="alignNode1" presStyleIdx="1" presStyleCnt="7"/>
      <dgm:spPr/>
    </dgm:pt>
    <dgm:pt modelId="{71FAC098-F54D-4B2D-A796-3A8FCF4940B0}" type="pres">
      <dgm:prSet presAssocID="{9E75312A-D51B-4E60-B42F-9119201F1C02}" presName="horz1" presStyleCnt="0"/>
      <dgm:spPr/>
    </dgm:pt>
    <dgm:pt modelId="{1D4FAAE1-EC9C-4EBE-A2E9-35A4D8E68350}" type="pres">
      <dgm:prSet presAssocID="{9E75312A-D51B-4E60-B42F-9119201F1C02}" presName="tx1" presStyleLbl="revTx" presStyleIdx="1" presStyleCnt="7"/>
      <dgm:spPr/>
    </dgm:pt>
    <dgm:pt modelId="{A884B276-61A3-481F-8794-D296FA8A4CE9}" type="pres">
      <dgm:prSet presAssocID="{9E75312A-D51B-4E60-B42F-9119201F1C02}" presName="vert1" presStyleCnt="0"/>
      <dgm:spPr/>
    </dgm:pt>
    <dgm:pt modelId="{F9B8D2BA-0C2E-43DE-939B-D742BA7E626B}" type="pres">
      <dgm:prSet presAssocID="{00439C8F-69F4-4CDA-B5E7-5CE724AF1C1F}" presName="thickLine" presStyleLbl="alignNode1" presStyleIdx="2" presStyleCnt="7"/>
      <dgm:spPr/>
    </dgm:pt>
    <dgm:pt modelId="{2CBAD18D-8A2A-4715-8BD1-37FDF0024A21}" type="pres">
      <dgm:prSet presAssocID="{00439C8F-69F4-4CDA-B5E7-5CE724AF1C1F}" presName="horz1" presStyleCnt="0"/>
      <dgm:spPr/>
    </dgm:pt>
    <dgm:pt modelId="{179C65CE-2539-45E4-ADA8-C2305EB206BD}" type="pres">
      <dgm:prSet presAssocID="{00439C8F-69F4-4CDA-B5E7-5CE724AF1C1F}" presName="tx1" presStyleLbl="revTx" presStyleIdx="2" presStyleCnt="7"/>
      <dgm:spPr/>
    </dgm:pt>
    <dgm:pt modelId="{7F9B90BE-9003-47E3-B2CB-EBC05672DC3A}" type="pres">
      <dgm:prSet presAssocID="{00439C8F-69F4-4CDA-B5E7-5CE724AF1C1F}" presName="vert1" presStyleCnt="0"/>
      <dgm:spPr/>
    </dgm:pt>
    <dgm:pt modelId="{6D130473-9099-4796-BD40-99497EE38572}" type="pres">
      <dgm:prSet presAssocID="{CAA9A918-84B6-4ADA-B0E1-8BB0315234CA}" presName="thickLine" presStyleLbl="alignNode1" presStyleIdx="3" presStyleCnt="7"/>
      <dgm:spPr/>
    </dgm:pt>
    <dgm:pt modelId="{71DB801E-D595-4421-8735-CE5F138E57AB}" type="pres">
      <dgm:prSet presAssocID="{CAA9A918-84B6-4ADA-B0E1-8BB0315234CA}" presName="horz1" presStyleCnt="0"/>
      <dgm:spPr/>
    </dgm:pt>
    <dgm:pt modelId="{0CD33E5D-273F-4AC6-BFB7-81A5DF9F8FE2}" type="pres">
      <dgm:prSet presAssocID="{CAA9A918-84B6-4ADA-B0E1-8BB0315234CA}" presName="tx1" presStyleLbl="revTx" presStyleIdx="3" presStyleCnt="7"/>
      <dgm:spPr/>
    </dgm:pt>
    <dgm:pt modelId="{AD5F3699-3250-4C87-8128-EA0FE002335F}" type="pres">
      <dgm:prSet presAssocID="{CAA9A918-84B6-4ADA-B0E1-8BB0315234CA}" presName="vert1" presStyleCnt="0"/>
      <dgm:spPr/>
    </dgm:pt>
    <dgm:pt modelId="{2F675A6D-0003-4B9C-B05E-1A2A5EA36949}" type="pres">
      <dgm:prSet presAssocID="{16F11EC3-8277-4D06-A1A4-73EC8003881C}" presName="thickLine" presStyleLbl="alignNode1" presStyleIdx="4" presStyleCnt="7"/>
      <dgm:spPr/>
    </dgm:pt>
    <dgm:pt modelId="{E8041AFE-00EC-485F-ACFA-BED20F7495BC}" type="pres">
      <dgm:prSet presAssocID="{16F11EC3-8277-4D06-A1A4-73EC8003881C}" presName="horz1" presStyleCnt="0"/>
      <dgm:spPr/>
    </dgm:pt>
    <dgm:pt modelId="{F47C5A14-D4E5-4ED6-82D7-D15C42988C9F}" type="pres">
      <dgm:prSet presAssocID="{16F11EC3-8277-4D06-A1A4-73EC8003881C}" presName="tx1" presStyleLbl="revTx" presStyleIdx="4" presStyleCnt="7"/>
      <dgm:spPr/>
    </dgm:pt>
    <dgm:pt modelId="{83DD8C9E-74A9-4299-B7E7-AE2837609D0B}" type="pres">
      <dgm:prSet presAssocID="{16F11EC3-8277-4D06-A1A4-73EC8003881C}" presName="vert1" presStyleCnt="0"/>
      <dgm:spPr/>
    </dgm:pt>
    <dgm:pt modelId="{3C52E20A-EFA0-4862-975F-C9BA0FDC2A1E}" type="pres">
      <dgm:prSet presAssocID="{A24CC926-BB9C-4189-B8B5-01F7A6605E1A}" presName="thickLine" presStyleLbl="alignNode1" presStyleIdx="5" presStyleCnt="7"/>
      <dgm:spPr/>
    </dgm:pt>
    <dgm:pt modelId="{10E04CA5-FCF2-4BEC-9099-EAA6A39B323C}" type="pres">
      <dgm:prSet presAssocID="{A24CC926-BB9C-4189-B8B5-01F7A6605E1A}" presName="horz1" presStyleCnt="0"/>
      <dgm:spPr/>
    </dgm:pt>
    <dgm:pt modelId="{0AAAF05A-1EE1-4489-8B0C-6A2D30F05C88}" type="pres">
      <dgm:prSet presAssocID="{A24CC926-BB9C-4189-B8B5-01F7A6605E1A}" presName="tx1" presStyleLbl="revTx" presStyleIdx="5" presStyleCnt="7"/>
      <dgm:spPr/>
    </dgm:pt>
    <dgm:pt modelId="{2C80C423-50CD-45AC-842C-7FBCAB25F017}" type="pres">
      <dgm:prSet presAssocID="{A24CC926-BB9C-4189-B8B5-01F7A6605E1A}" presName="vert1" presStyleCnt="0"/>
      <dgm:spPr/>
    </dgm:pt>
    <dgm:pt modelId="{79D3E8A2-06C8-4891-83DB-992CE444094B}" type="pres">
      <dgm:prSet presAssocID="{F338803E-3ED3-479E-BD59-B293182E4B53}" presName="thickLine" presStyleLbl="alignNode1" presStyleIdx="6" presStyleCnt="7"/>
      <dgm:spPr/>
    </dgm:pt>
    <dgm:pt modelId="{212DD844-2CC8-4EDE-9023-E02C8208E364}" type="pres">
      <dgm:prSet presAssocID="{F338803E-3ED3-479E-BD59-B293182E4B53}" presName="horz1" presStyleCnt="0"/>
      <dgm:spPr/>
    </dgm:pt>
    <dgm:pt modelId="{C77382D3-0A79-4AFA-B942-897A0F95BC33}" type="pres">
      <dgm:prSet presAssocID="{F338803E-3ED3-479E-BD59-B293182E4B53}" presName="tx1" presStyleLbl="revTx" presStyleIdx="6" presStyleCnt="7"/>
      <dgm:spPr/>
    </dgm:pt>
    <dgm:pt modelId="{241222E8-ECF3-423D-AD9C-42141FC286EC}" type="pres">
      <dgm:prSet presAssocID="{F338803E-3ED3-479E-BD59-B293182E4B53}" presName="vert1" presStyleCnt="0"/>
      <dgm:spPr/>
    </dgm:pt>
  </dgm:ptLst>
  <dgm:cxnLst>
    <dgm:cxn modelId="{D120521F-8AAF-4B95-86F4-F05B22EB2D57}" type="presOf" srcId="{F338803E-3ED3-479E-BD59-B293182E4B53}" destId="{C77382D3-0A79-4AFA-B942-897A0F95BC33}" srcOrd="0" destOrd="0" presId="urn:microsoft.com/office/officeart/2008/layout/LinedList"/>
    <dgm:cxn modelId="{8DA7292E-9FEE-4D27-844E-B1B1071DA3E5}" type="presOf" srcId="{CAA9A918-84B6-4ADA-B0E1-8BB0315234CA}" destId="{0CD33E5D-273F-4AC6-BFB7-81A5DF9F8FE2}" srcOrd="0" destOrd="0" presId="urn:microsoft.com/office/officeart/2008/layout/LinedList"/>
    <dgm:cxn modelId="{9A7B0D5D-F621-40FA-8560-370A6FB3DDB5}" srcId="{4A9594A8-D6EB-421B-A6D1-20C0D9E14A82}" destId="{9E75312A-D51B-4E60-B42F-9119201F1C02}" srcOrd="1" destOrd="0" parTransId="{F67126F3-204A-4FAC-ADD2-6E0DA5419BC9}" sibTransId="{A17CFB60-42AB-4496-B329-4A0A673BCC41}"/>
    <dgm:cxn modelId="{0A61CD41-F51F-4C31-8E9F-F75CB9E8676F}" srcId="{4A9594A8-D6EB-421B-A6D1-20C0D9E14A82}" destId="{CDD4F3EF-1E10-4C98-B1E1-64B61F9279AE}" srcOrd="0" destOrd="0" parTransId="{21725FEF-7310-4C84-9EC7-9B52E9F0E1B1}" sibTransId="{4D40534E-BEC1-4447-8F35-A69983A95CE5}"/>
    <dgm:cxn modelId="{0FBEF54A-7231-4ABF-B07A-F3FF92A28022}" srcId="{4A9594A8-D6EB-421B-A6D1-20C0D9E14A82}" destId="{00439C8F-69F4-4CDA-B5E7-5CE724AF1C1F}" srcOrd="2" destOrd="0" parTransId="{F2970FF1-299C-49CB-B786-4C8D14EDE992}" sibTransId="{8DD05C09-2B35-4090-B39A-651F0304E64D}"/>
    <dgm:cxn modelId="{BF719D55-5BE0-4767-8893-6FD703A57D67}" type="presOf" srcId="{A24CC926-BB9C-4189-B8B5-01F7A6605E1A}" destId="{0AAAF05A-1EE1-4489-8B0C-6A2D30F05C88}" srcOrd="0" destOrd="0" presId="urn:microsoft.com/office/officeart/2008/layout/LinedList"/>
    <dgm:cxn modelId="{9669BC79-889E-4D41-9A0C-01DC4EEB2BDD}" srcId="{4A9594A8-D6EB-421B-A6D1-20C0D9E14A82}" destId="{CAA9A918-84B6-4ADA-B0E1-8BB0315234CA}" srcOrd="3" destOrd="0" parTransId="{A5457686-38C5-4325-8BED-1FF99AABC1E1}" sibTransId="{3AC93BDE-14C3-4E68-8FCB-11975251137C}"/>
    <dgm:cxn modelId="{E5C9F284-430C-41D3-9F21-9D9B0863CEAB}" type="presOf" srcId="{9E75312A-D51B-4E60-B42F-9119201F1C02}" destId="{1D4FAAE1-EC9C-4EBE-A2E9-35A4D8E68350}" srcOrd="0" destOrd="0" presId="urn:microsoft.com/office/officeart/2008/layout/LinedList"/>
    <dgm:cxn modelId="{14B6FFA3-6B70-44AA-8C62-8A6681CE9BDA}" srcId="{4A9594A8-D6EB-421B-A6D1-20C0D9E14A82}" destId="{F338803E-3ED3-479E-BD59-B293182E4B53}" srcOrd="6" destOrd="0" parTransId="{2F816884-A55B-4E16-B28C-08733A273B6F}" sibTransId="{A4C3FF09-D269-4BC2-8384-58B9560597DD}"/>
    <dgm:cxn modelId="{889F1DAF-42FA-4A7B-8C5E-132E6E91A76E}" type="presOf" srcId="{4A9594A8-D6EB-421B-A6D1-20C0D9E14A82}" destId="{3F48F6CA-E7DF-4338-A70F-66330CEECC68}" srcOrd="0" destOrd="0" presId="urn:microsoft.com/office/officeart/2008/layout/LinedList"/>
    <dgm:cxn modelId="{127070B9-1852-4F12-9211-6730BF7369D7}" srcId="{4A9594A8-D6EB-421B-A6D1-20C0D9E14A82}" destId="{16F11EC3-8277-4D06-A1A4-73EC8003881C}" srcOrd="4" destOrd="0" parTransId="{AC072299-0EFA-4B11-B29F-567C58EC6116}" sibTransId="{0C9BD9C8-66AA-4AB6-AF91-B68E987737FF}"/>
    <dgm:cxn modelId="{6A4A0FD7-1E2B-48D5-B50B-B2FB714DC790}" type="presOf" srcId="{16F11EC3-8277-4D06-A1A4-73EC8003881C}" destId="{F47C5A14-D4E5-4ED6-82D7-D15C42988C9F}" srcOrd="0" destOrd="0" presId="urn:microsoft.com/office/officeart/2008/layout/LinedList"/>
    <dgm:cxn modelId="{D0EF58DD-1CC1-47C7-AAB3-69CFA421ACA9}" type="presOf" srcId="{CDD4F3EF-1E10-4C98-B1E1-64B61F9279AE}" destId="{8435A494-2406-43CC-B805-98B41F1D3259}" srcOrd="0" destOrd="0" presId="urn:microsoft.com/office/officeart/2008/layout/LinedList"/>
    <dgm:cxn modelId="{543225E7-A414-4503-A3C8-D8D9EB1B8DDE}" srcId="{4A9594A8-D6EB-421B-A6D1-20C0D9E14A82}" destId="{A24CC926-BB9C-4189-B8B5-01F7A6605E1A}" srcOrd="5" destOrd="0" parTransId="{3AD96E2B-F86E-41BE-A5BB-046F67045DA4}" sibTransId="{C6F8CD6D-19A8-4AEB-9F43-FABBCB55C39E}"/>
    <dgm:cxn modelId="{A84B83EE-E269-467A-AD18-ED564BB82083}" type="presOf" srcId="{00439C8F-69F4-4CDA-B5E7-5CE724AF1C1F}" destId="{179C65CE-2539-45E4-ADA8-C2305EB206BD}" srcOrd="0" destOrd="0" presId="urn:microsoft.com/office/officeart/2008/layout/LinedList"/>
    <dgm:cxn modelId="{E6CC0444-7C65-4F31-98BF-305D5E037741}" type="presParOf" srcId="{3F48F6CA-E7DF-4338-A70F-66330CEECC68}" destId="{1D768C5D-64CA-47F1-AF9F-17CB9FFD5F10}" srcOrd="0" destOrd="0" presId="urn:microsoft.com/office/officeart/2008/layout/LinedList"/>
    <dgm:cxn modelId="{1F676CF5-F351-46B4-8F96-9C1662BFA3C3}" type="presParOf" srcId="{3F48F6CA-E7DF-4338-A70F-66330CEECC68}" destId="{C6B2B1B1-85F4-45F8-928C-2DE3F3C9FB09}" srcOrd="1" destOrd="0" presId="urn:microsoft.com/office/officeart/2008/layout/LinedList"/>
    <dgm:cxn modelId="{C5D826AC-18F6-4715-8F0E-204D8AD2CEF7}" type="presParOf" srcId="{C6B2B1B1-85F4-45F8-928C-2DE3F3C9FB09}" destId="{8435A494-2406-43CC-B805-98B41F1D3259}" srcOrd="0" destOrd="0" presId="urn:microsoft.com/office/officeart/2008/layout/LinedList"/>
    <dgm:cxn modelId="{FD7CB954-DDF2-413D-A587-FE908EAB98DB}" type="presParOf" srcId="{C6B2B1B1-85F4-45F8-928C-2DE3F3C9FB09}" destId="{1EA05254-6A27-4F42-95C9-449B65DB00B9}" srcOrd="1" destOrd="0" presId="urn:microsoft.com/office/officeart/2008/layout/LinedList"/>
    <dgm:cxn modelId="{FBF5CFFD-0E1E-4776-B6DA-2823F3F2F567}" type="presParOf" srcId="{3F48F6CA-E7DF-4338-A70F-66330CEECC68}" destId="{C5BF77A9-402C-428D-A0D7-5BD49C0197B9}" srcOrd="2" destOrd="0" presId="urn:microsoft.com/office/officeart/2008/layout/LinedList"/>
    <dgm:cxn modelId="{8CAB5294-887B-4622-9AF4-86BB683E6270}" type="presParOf" srcId="{3F48F6CA-E7DF-4338-A70F-66330CEECC68}" destId="{71FAC098-F54D-4B2D-A796-3A8FCF4940B0}" srcOrd="3" destOrd="0" presId="urn:microsoft.com/office/officeart/2008/layout/LinedList"/>
    <dgm:cxn modelId="{0543901F-8D06-4A68-B917-3DAC9822CA3A}" type="presParOf" srcId="{71FAC098-F54D-4B2D-A796-3A8FCF4940B0}" destId="{1D4FAAE1-EC9C-4EBE-A2E9-35A4D8E68350}" srcOrd="0" destOrd="0" presId="urn:microsoft.com/office/officeart/2008/layout/LinedList"/>
    <dgm:cxn modelId="{70E30242-8042-4C7E-B543-8C0C42F9DD1C}" type="presParOf" srcId="{71FAC098-F54D-4B2D-A796-3A8FCF4940B0}" destId="{A884B276-61A3-481F-8794-D296FA8A4CE9}" srcOrd="1" destOrd="0" presId="urn:microsoft.com/office/officeart/2008/layout/LinedList"/>
    <dgm:cxn modelId="{04D36257-A665-42F1-92AB-F86C0A6B0B5B}" type="presParOf" srcId="{3F48F6CA-E7DF-4338-A70F-66330CEECC68}" destId="{F9B8D2BA-0C2E-43DE-939B-D742BA7E626B}" srcOrd="4" destOrd="0" presId="urn:microsoft.com/office/officeart/2008/layout/LinedList"/>
    <dgm:cxn modelId="{DD2F40FE-13B1-4245-86CB-89025052EF0A}" type="presParOf" srcId="{3F48F6CA-E7DF-4338-A70F-66330CEECC68}" destId="{2CBAD18D-8A2A-4715-8BD1-37FDF0024A21}" srcOrd="5" destOrd="0" presId="urn:microsoft.com/office/officeart/2008/layout/LinedList"/>
    <dgm:cxn modelId="{FB88D7CB-F1A7-42EE-9BD0-75DE6E5014D0}" type="presParOf" srcId="{2CBAD18D-8A2A-4715-8BD1-37FDF0024A21}" destId="{179C65CE-2539-45E4-ADA8-C2305EB206BD}" srcOrd="0" destOrd="0" presId="urn:microsoft.com/office/officeart/2008/layout/LinedList"/>
    <dgm:cxn modelId="{DD4FCCDE-C581-482F-8464-7974F086385E}" type="presParOf" srcId="{2CBAD18D-8A2A-4715-8BD1-37FDF0024A21}" destId="{7F9B90BE-9003-47E3-B2CB-EBC05672DC3A}" srcOrd="1" destOrd="0" presId="urn:microsoft.com/office/officeart/2008/layout/LinedList"/>
    <dgm:cxn modelId="{3A6DBEAF-D1C0-49A5-A59F-4260320D01CE}" type="presParOf" srcId="{3F48F6CA-E7DF-4338-A70F-66330CEECC68}" destId="{6D130473-9099-4796-BD40-99497EE38572}" srcOrd="6" destOrd="0" presId="urn:microsoft.com/office/officeart/2008/layout/LinedList"/>
    <dgm:cxn modelId="{5EA95ECD-25FC-4BCD-BC0C-13C53D98ACBF}" type="presParOf" srcId="{3F48F6CA-E7DF-4338-A70F-66330CEECC68}" destId="{71DB801E-D595-4421-8735-CE5F138E57AB}" srcOrd="7" destOrd="0" presId="urn:microsoft.com/office/officeart/2008/layout/LinedList"/>
    <dgm:cxn modelId="{A6480964-5E05-4D92-994B-BF6BD9A02A22}" type="presParOf" srcId="{71DB801E-D595-4421-8735-CE5F138E57AB}" destId="{0CD33E5D-273F-4AC6-BFB7-81A5DF9F8FE2}" srcOrd="0" destOrd="0" presId="urn:microsoft.com/office/officeart/2008/layout/LinedList"/>
    <dgm:cxn modelId="{20C78FFF-3724-44C3-B208-8AD41F0F0E7A}" type="presParOf" srcId="{71DB801E-D595-4421-8735-CE5F138E57AB}" destId="{AD5F3699-3250-4C87-8128-EA0FE002335F}" srcOrd="1" destOrd="0" presId="urn:microsoft.com/office/officeart/2008/layout/LinedList"/>
    <dgm:cxn modelId="{9121995D-4901-42C5-A92E-1E63431AEE10}" type="presParOf" srcId="{3F48F6CA-E7DF-4338-A70F-66330CEECC68}" destId="{2F675A6D-0003-4B9C-B05E-1A2A5EA36949}" srcOrd="8" destOrd="0" presId="urn:microsoft.com/office/officeart/2008/layout/LinedList"/>
    <dgm:cxn modelId="{3874D341-EE1F-45D2-8D37-93AC2BCBE7D2}" type="presParOf" srcId="{3F48F6CA-E7DF-4338-A70F-66330CEECC68}" destId="{E8041AFE-00EC-485F-ACFA-BED20F7495BC}" srcOrd="9" destOrd="0" presId="urn:microsoft.com/office/officeart/2008/layout/LinedList"/>
    <dgm:cxn modelId="{5FF93917-C0DB-465F-8387-20B07F70C8E7}" type="presParOf" srcId="{E8041AFE-00EC-485F-ACFA-BED20F7495BC}" destId="{F47C5A14-D4E5-4ED6-82D7-D15C42988C9F}" srcOrd="0" destOrd="0" presId="urn:microsoft.com/office/officeart/2008/layout/LinedList"/>
    <dgm:cxn modelId="{FB0A9CFF-9882-4F5F-A41E-39F9ACE1FA34}" type="presParOf" srcId="{E8041AFE-00EC-485F-ACFA-BED20F7495BC}" destId="{83DD8C9E-74A9-4299-B7E7-AE2837609D0B}" srcOrd="1" destOrd="0" presId="urn:microsoft.com/office/officeart/2008/layout/LinedList"/>
    <dgm:cxn modelId="{34CC86C5-4AAC-4552-BE76-6F84D924AA4F}" type="presParOf" srcId="{3F48F6CA-E7DF-4338-A70F-66330CEECC68}" destId="{3C52E20A-EFA0-4862-975F-C9BA0FDC2A1E}" srcOrd="10" destOrd="0" presId="urn:microsoft.com/office/officeart/2008/layout/LinedList"/>
    <dgm:cxn modelId="{C5A26B48-4D5B-4301-8136-DE2DCC8A95A3}" type="presParOf" srcId="{3F48F6CA-E7DF-4338-A70F-66330CEECC68}" destId="{10E04CA5-FCF2-4BEC-9099-EAA6A39B323C}" srcOrd="11" destOrd="0" presId="urn:microsoft.com/office/officeart/2008/layout/LinedList"/>
    <dgm:cxn modelId="{6348523E-E184-42E8-89E1-061B21187730}" type="presParOf" srcId="{10E04CA5-FCF2-4BEC-9099-EAA6A39B323C}" destId="{0AAAF05A-1EE1-4489-8B0C-6A2D30F05C88}" srcOrd="0" destOrd="0" presId="urn:microsoft.com/office/officeart/2008/layout/LinedList"/>
    <dgm:cxn modelId="{47906394-FD07-4A51-9B05-8D440FE9CE01}" type="presParOf" srcId="{10E04CA5-FCF2-4BEC-9099-EAA6A39B323C}" destId="{2C80C423-50CD-45AC-842C-7FBCAB25F017}" srcOrd="1" destOrd="0" presId="urn:microsoft.com/office/officeart/2008/layout/LinedList"/>
    <dgm:cxn modelId="{C25DD362-4C0E-40C4-9232-35CD14136517}" type="presParOf" srcId="{3F48F6CA-E7DF-4338-A70F-66330CEECC68}" destId="{79D3E8A2-06C8-4891-83DB-992CE444094B}" srcOrd="12" destOrd="0" presId="urn:microsoft.com/office/officeart/2008/layout/LinedList"/>
    <dgm:cxn modelId="{154E7BCC-0F01-49BA-BDB6-E0E3D2FA9DCB}" type="presParOf" srcId="{3F48F6CA-E7DF-4338-A70F-66330CEECC68}" destId="{212DD844-2CC8-4EDE-9023-E02C8208E364}" srcOrd="13" destOrd="0" presId="urn:microsoft.com/office/officeart/2008/layout/LinedList"/>
    <dgm:cxn modelId="{F5300E35-6373-4AC9-B36E-66DBEC3EAAC4}" type="presParOf" srcId="{212DD844-2CC8-4EDE-9023-E02C8208E364}" destId="{C77382D3-0A79-4AFA-B942-897A0F95BC33}" srcOrd="0" destOrd="0" presId="urn:microsoft.com/office/officeart/2008/layout/LinedList"/>
    <dgm:cxn modelId="{6CD21DB2-6184-4572-8983-FE591211CD9F}" type="presParOf" srcId="{212DD844-2CC8-4EDE-9023-E02C8208E364}" destId="{241222E8-ECF3-423D-AD9C-42141FC286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C44F1C-CADD-4CE4-B346-F65C5E375E9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2D62D0-7D9E-49A7-AF53-83F2B221EB36}">
      <dgm:prSet/>
      <dgm:spPr/>
      <dgm:t>
        <a:bodyPr/>
        <a:lstStyle/>
        <a:p>
          <a:r>
            <a:rPr lang="en-IN" b="1"/>
            <a:t>Karthika V:</a:t>
          </a:r>
          <a:endParaRPr lang="en-US"/>
        </a:p>
      </dgm:t>
    </dgm:pt>
    <dgm:pt modelId="{0C5495A1-7B28-432F-BD09-F177B23678C7}" type="parTrans" cxnId="{35A2D21E-0AE6-408B-9C16-DF5405FB8DE1}">
      <dgm:prSet/>
      <dgm:spPr/>
      <dgm:t>
        <a:bodyPr/>
        <a:lstStyle/>
        <a:p>
          <a:endParaRPr lang="en-US"/>
        </a:p>
      </dgm:t>
    </dgm:pt>
    <dgm:pt modelId="{723BC1E1-CA8F-49CF-93E9-5D07204F87DD}" type="sibTrans" cxnId="{35A2D21E-0AE6-408B-9C16-DF5405FB8DE1}">
      <dgm:prSet/>
      <dgm:spPr/>
      <dgm:t>
        <a:bodyPr/>
        <a:lstStyle/>
        <a:p>
          <a:endParaRPr lang="en-US"/>
        </a:p>
      </dgm:t>
    </dgm:pt>
    <dgm:pt modelId="{C9E5653D-726A-427C-BD80-3F307D921260}">
      <dgm:prSet/>
      <dgm:spPr/>
      <dgm:t>
        <a:bodyPr/>
        <a:lstStyle/>
        <a:p>
          <a:r>
            <a:rPr lang="en-IN"/>
            <a:t>Created user interface. </a:t>
          </a:r>
          <a:endParaRPr lang="en-US"/>
        </a:p>
      </dgm:t>
    </dgm:pt>
    <dgm:pt modelId="{6277AAA9-EF3A-4233-A202-8D141ED45748}" type="parTrans" cxnId="{EAB9EE07-658C-40A7-B55C-19E018E21F19}">
      <dgm:prSet/>
      <dgm:spPr/>
      <dgm:t>
        <a:bodyPr/>
        <a:lstStyle/>
        <a:p>
          <a:endParaRPr lang="en-US"/>
        </a:p>
      </dgm:t>
    </dgm:pt>
    <dgm:pt modelId="{CBA1A47F-F486-4861-8498-E614C2F5CAC3}" type="sibTrans" cxnId="{EAB9EE07-658C-40A7-B55C-19E018E21F19}">
      <dgm:prSet/>
      <dgm:spPr/>
      <dgm:t>
        <a:bodyPr/>
        <a:lstStyle/>
        <a:p>
          <a:endParaRPr lang="en-US"/>
        </a:p>
      </dgm:t>
    </dgm:pt>
    <dgm:pt modelId="{C927DC8E-E790-4605-B1F1-51215167C04F}">
      <dgm:prSet/>
      <dgm:spPr/>
      <dgm:t>
        <a:bodyPr/>
        <a:lstStyle/>
        <a:p>
          <a:r>
            <a:rPr lang="en-IN"/>
            <a:t>Created methods to upgrade members’ policy plans if they meet the requirements.</a:t>
          </a:r>
          <a:endParaRPr lang="en-US"/>
        </a:p>
      </dgm:t>
    </dgm:pt>
    <dgm:pt modelId="{11C50C20-D525-4DA5-9609-6773DD8758EE}" type="parTrans" cxnId="{3DBAE44C-C7C2-430D-99D9-BE7AF9ABD537}">
      <dgm:prSet/>
      <dgm:spPr/>
      <dgm:t>
        <a:bodyPr/>
        <a:lstStyle/>
        <a:p>
          <a:endParaRPr lang="en-US"/>
        </a:p>
      </dgm:t>
    </dgm:pt>
    <dgm:pt modelId="{DBC26BDF-A6A0-47DF-B03C-B01556D84705}" type="sibTrans" cxnId="{3DBAE44C-C7C2-430D-99D9-BE7AF9ABD537}">
      <dgm:prSet/>
      <dgm:spPr/>
      <dgm:t>
        <a:bodyPr/>
        <a:lstStyle/>
        <a:p>
          <a:endParaRPr lang="en-US"/>
        </a:p>
      </dgm:t>
    </dgm:pt>
    <dgm:pt modelId="{58772D1D-67BE-49B6-B692-48D458CF4F20}">
      <dgm:prSet/>
      <dgm:spPr/>
      <dgm:t>
        <a:bodyPr/>
        <a:lstStyle/>
        <a:p>
          <a:r>
            <a:rPr lang="en-IN" b="1"/>
            <a:t>Emil Antony:</a:t>
          </a:r>
          <a:endParaRPr lang="en-US"/>
        </a:p>
      </dgm:t>
    </dgm:pt>
    <dgm:pt modelId="{97C40608-9D79-4BA6-AC1C-384274ACB1EF}" type="parTrans" cxnId="{2BC10534-CC79-48C6-9173-DD2F4A554259}">
      <dgm:prSet/>
      <dgm:spPr/>
      <dgm:t>
        <a:bodyPr/>
        <a:lstStyle/>
        <a:p>
          <a:endParaRPr lang="en-US"/>
        </a:p>
      </dgm:t>
    </dgm:pt>
    <dgm:pt modelId="{DD71C32F-7881-4F50-B80E-4ABECC047774}" type="sibTrans" cxnId="{2BC10534-CC79-48C6-9173-DD2F4A554259}">
      <dgm:prSet/>
      <dgm:spPr/>
      <dgm:t>
        <a:bodyPr/>
        <a:lstStyle/>
        <a:p>
          <a:endParaRPr lang="en-US"/>
        </a:p>
      </dgm:t>
    </dgm:pt>
    <dgm:pt modelId="{EF02195E-B74E-4E28-B26F-F6EF358AAC5F}">
      <dgm:prSet/>
      <dgm:spPr/>
      <dgm:t>
        <a:bodyPr/>
        <a:lstStyle/>
        <a:p>
          <a:r>
            <a:rPr lang="en-IN"/>
            <a:t>Created methods for admin to view summary of all members and details of each member.</a:t>
          </a:r>
          <a:endParaRPr lang="en-US"/>
        </a:p>
      </dgm:t>
    </dgm:pt>
    <dgm:pt modelId="{CAB1DFB7-7242-4866-A876-BE65BC43AB47}" type="parTrans" cxnId="{D384C2E8-E838-471D-8F90-AF488DDD98E6}">
      <dgm:prSet/>
      <dgm:spPr/>
      <dgm:t>
        <a:bodyPr/>
        <a:lstStyle/>
        <a:p>
          <a:endParaRPr lang="en-US"/>
        </a:p>
      </dgm:t>
    </dgm:pt>
    <dgm:pt modelId="{7347887E-D5CC-4038-80EC-B7DF3B5B83B3}" type="sibTrans" cxnId="{D384C2E8-E838-471D-8F90-AF488DDD98E6}">
      <dgm:prSet/>
      <dgm:spPr/>
      <dgm:t>
        <a:bodyPr/>
        <a:lstStyle/>
        <a:p>
          <a:endParaRPr lang="en-US"/>
        </a:p>
      </dgm:t>
    </dgm:pt>
    <dgm:pt modelId="{6BED57C3-93A4-4FE3-9D3E-95B2D298F057}">
      <dgm:prSet/>
      <dgm:spPr/>
      <dgm:t>
        <a:bodyPr/>
        <a:lstStyle/>
        <a:p>
          <a:r>
            <a:rPr lang="en-IN"/>
            <a:t>Created report generation function.</a:t>
          </a:r>
          <a:endParaRPr lang="en-US"/>
        </a:p>
      </dgm:t>
    </dgm:pt>
    <dgm:pt modelId="{39876F1D-D4B6-45ED-AD8D-9A84972B33C6}" type="parTrans" cxnId="{3B4AA20F-E4D5-41FE-9EFB-34CB95B3BC5D}">
      <dgm:prSet/>
      <dgm:spPr/>
      <dgm:t>
        <a:bodyPr/>
        <a:lstStyle/>
        <a:p>
          <a:endParaRPr lang="en-US"/>
        </a:p>
      </dgm:t>
    </dgm:pt>
    <dgm:pt modelId="{19E970EB-3FEF-47D3-9D8E-ED52C85785BB}" type="sibTrans" cxnId="{3B4AA20F-E4D5-41FE-9EFB-34CB95B3BC5D}">
      <dgm:prSet/>
      <dgm:spPr/>
      <dgm:t>
        <a:bodyPr/>
        <a:lstStyle/>
        <a:p>
          <a:endParaRPr lang="en-US"/>
        </a:p>
      </dgm:t>
    </dgm:pt>
    <dgm:pt modelId="{0CAEEC48-7395-45F5-8BF0-7F6536F16F78}">
      <dgm:prSet/>
      <dgm:spPr/>
      <dgm:t>
        <a:bodyPr/>
        <a:lstStyle/>
        <a:p>
          <a:r>
            <a:rPr lang="en-IN"/>
            <a:t>Implemented function which allows members to claim insurance money.</a:t>
          </a:r>
          <a:endParaRPr lang="en-US"/>
        </a:p>
      </dgm:t>
    </dgm:pt>
    <dgm:pt modelId="{1A5D0ED1-2475-4EBA-8B11-0C04C429154A}" type="parTrans" cxnId="{134FC3C7-4FF3-40CC-96F2-DDCA4D4117C7}">
      <dgm:prSet/>
      <dgm:spPr/>
      <dgm:t>
        <a:bodyPr/>
        <a:lstStyle/>
        <a:p>
          <a:endParaRPr lang="en-US"/>
        </a:p>
      </dgm:t>
    </dgm:pt>
    <dgm:pt modelId="{3120522F-B278-43E0-B77A-90E4F4C75FF1}" type="sibTrans" cxnId="{134FC3C7-4FF3-40CC-96F2-DDCA4D4117C7}">
      <dgm:prSet/>
      <dgm:spPr/>
      <dgm:t>
        <a:bodyPr/>
        <a:lstStyle/>
        <a:p>
          <a:endParaRPr lang="en-US"/>
        </a:p>
      </dgm:t>
    </dgm:pt>
    <dgm:pt modelId="{04B19CD7-7498-41AA-A0E7-BF275637B1A9}" type="pres">
      <dgm:prSet presAssocID="{6EC44F1C-CADD-4CE4-B346-F65C5E375E9E}" presName="vert0" presStyleCnt="0">
        <dgm:presLayoutVars>
          <dgm:dir/>
          <dgm:animOne val="branch"/>
          <dgm:animLvl val="lvl"/>
        </dgm:presLayoutVars>
      </dgm:prSet>
      <dgm:spPr/>
    </dgm:pt>
    <dgm:pt modelId="{4D7CE862-A96E-46A5-A341-D1151B00B3C6}" type="pres">
      <dgm:prSet presAssocID="{CD2D62D0-7D9E-49A7-AF53-83F2B221EB36}" presName="thickLine" presStyleLbl="alignNode1" presStyleIdx="0" presStyleCnt="7"/>
      <dgm:spPr/>
    </dgm:pt>
    <dgm:pt modelId="{B4B238D5-C16B-4DCB-B4F8-2F86653278B6}" type="pres">
      <dgm:prSet presAssocID="{CD2D62D0-7D9E-49A7-AF53-83F2B221EB36}" presName="horz1" presStyleCnt="0"/>
      <dgm:spPr/>
    </dgm:pt>
    <dgm:pt modelId="{B3C503A9-1929-4361-AF42-811DAEC5F699}" type="pres">
      <dgm:prSet presAssocID="{CD2D62D0-7D9E-49A7-AF53-83F2B221EB36}" presName="tx1" presStyleLbl="revTx" presStyleIdx="0" presStyleCnt="7"/>
      <dgm:spPr/>
    </dgm:pt>
    <dgm:pt modelId="{CF469297-FDE6-4A26-B277-ACDD1EB59350}" type="pres">
      <dgm:prSet presAssocID="{CD2D62D0-7D9E-49A7-AF53-83F2B221EB36}" presName="vert1" presStyleCnt="0"/>
      <dgm:spPr/>
    </dgm:pt>
    <dgm:pt modelId="{3DCB0D63-7EAD-4A65-8DE6-803A529B1002}" type="pres">
      <dgm:prSet presAssocID="{C9E5653D-726A-427C-BD80-3F307D921260}" presName="thickLine" presStyleLbl="alignNode1" presStyleIdx="1" presStyleCnt="7"/>
      <dgm:spPr/>
    </dgm:pt>
    <dgm:pt modelId="{BE92BA89-C612-418A-9B4D-D3F525FFCAB1}" type="pres">
      <dgm:prSet presAssocID="{C9E5653D-726A-427C-BD80-3F307D921260}" presName="horz1" presStyleCnt="0"/>
      <dgm:spPr/>
    </dgm:pt>
    <dgm:pt modelId="{EAC4676A-1E2E-4991-9E8E-2C34D945CD22}" type="pres">
      <dgm:prSet presAssocID="{C9E5653D-726A-427C-BD80-3F307D921260}" presName="tx1" presStyleLbl="revTx" presStyleIdx="1" presStyleCnt="7"/>
      <dgm:spPr/>
    </dgm:pt>
    <dgm:pt modelId="{1E050C21-5148-46B3-B3FC-4B21387656D6}" type="pres">
      <dgm:prSet presAssocID="{C9E5653D-726A-427C-BD80-3F307D921260}" presName="vert1" presStyleCnt="0"/>
      <dgm:spPr/>
    </dgm:pt>
    <dgm:pt modelId="{EBFD05F6-C970-42A1-99F4-E1F20F5C9684}" type="pres">
      <dgm:prSet presAssocID="{C927DC8E-E790-4605-B1F1-51215167C04F}" presName="thickLine" presStyleLbl="alignNode1" presStyleIdx="2" presStyleCnt="7"/>
      <dgm:spPr/>
    </dgm:pt>
    <dgm:pt modelId="{68735617-A836-45A4-962D-AAA3B6A251C4}" type="pres">
      <dgm:prSet presAssocID="{C927DC8E-E790-4605-B1F1-51215167C04F}" presName="horz1" presStyleCnt="0"/>
      <dgm:spPr/>
    </dgm:pt>
    <dgm:pt modelId="{0DAF7625-9761-4E59-8493-95123696F820}" type="pres">
      <dgm:prSet presAssocID="{C927DC8E-E790-4605-B1F1-51215167C04F}" presName="tx1" presStyleLbl="revTx" presStyleIdx="2" presStyleCnt="7"/>
      <dgm:spPr/>
    </dgm:pt>
    <dgm:pt modelId="{EB967172-E6CD-427A-A572-0708526E0739}" type="pres">
      <dgm:prSet presAssocID="{C927DC8E-E790-4605-B1F1-51215167C04F}" presName="vert1" presStyleCnt="0"/>
      <dgm:spPr/>
    </dgm:pt>
    <dgm:pt modelId="{5ACD3984-19B1-48BC-8815-8EFBA1C06297}" type="pres">
      <dgm:prSet presAssocID="{58772D1D-67BE-49B6-B692-48D458CF4F20}" presName="thickLine" presStyleLbl="alignNode1" presStyleIdx="3" presStyleCnt="7"/>
      <dgm:spPr/>
    </dgm:pt>
    <dgm:pt modelId="{F5CB110A-2D49-4B85-813C-E6CB61EB31C8}" type="pres">
      <dgm:prSet presAssocID="{58772D1D-67BE-49B6-B692-48D458CF4F20}" presName="horz1" presStyleCnt="0"/>
      <dgm:spPr/>
    </dgm:pt>
    <dgm:pt modelId="{0BCD3528-6F61-42C1-A9A8-50CAD5F20A70}" type="pres">
      <dgm:prSet presAssocID="{58772D1D-67BE-49B6-B692-48D458CF4F20}" presName="tx1" presStyleLbl="revTx" presStyleIdx="3" presStyleCnt="7"/>
      <dgm:spPr/>
    </dgm:pt>
    <dgm:pt modelId="{B0CCC83B-E2AC-4DEE-8FF0-55DEF4994E2A}" type="pres">
      <dgm:prSet presAssocID="{58772D1D-67BE-49B6-B692-48D458CF4F20}" presName="vert1" presStyleCnt="0"/>
      <dgm:spPr/>
    </dgm:pt>
    <dgm:pt modelId="{A4D250EF-DF79-4319-BDF1-F2CF1970C496}" type="pres">
      <dgm:prSet presAssocID="{EF02195E-B74E-4E28-B26F-F6EF358AAC5F}" presName="thickLine" presStyleLbl="alignNode1" presStyleIdx="4" presStyleCnt="7"/>
      <dgm:spPr/>
    </dgm:pt>
    <dgm:pt modelId="{E7DEDF78-1254-4002-8E80-D17BF6BBE38F}" type="pres">
      <dgm:prSet presAssocID="{EF02195E-B74E-4E28-B26F-F6EF358AAC5F}" presName="horz1" presStyleCnt="0"/>
      <dgm:spPr/>
    </dgm:pt>
    <dgm:pt modelId="{38F0D747-08FF-4189-A9A9-23F648F08686}" type="pres">
      <dgm:prSet presAssocID="{EF02195E-B74E-4E28-B26F-F6EF358AAC5F}" presName="tx1" presStyleLbl="revTx" presStyleIdx="4" presStyleCnt="7"/>
      <dgm:spPr/>
    </dgm:pt>
    <dgm:pt modelId="{AF8E0182-1B6B-4CFF-AB33-88A132CA5033}" type="pres">
      <dgm:prSet presAssocID="{EF02195E-B74E-4E28-B26F-F6EF358AAC5F}" presName="vert1" presStyleCnt="0"/>
      <dgm:spPr/>
    </dgm:pt>
    <dgm:pt modelId="{7F98BA0E-1919-4730-801C-9E5BD53D09D0}" type="pres">
      <dgm:prSet presAssocID="{6BED57C3-93A4-4FE3-9D3E-95B2D298F057}" presName="thickLine" presStyleLbl="alignNode1" presStyleIdx="5" presStyleCnt="7"/>
      <dgm:spPr/>
    </dgm:pt>
    <dgm:pt modelId="{F6B2AE9B-152F-40A0-B2E9-ABDABCFB40E6}" type="pres">
      <dgm:prSet presAssocID="{6BED57C3-93A4-4FE3-9D3E-95B2D298F057}" presName="horz1" presStyleCnt="0"/>
      <dgm:spPr/>
    </dgm:pt>
    <dgm:pt modelId="{AC2E7E86-8F8A-4CA1-A61D-80369CC7CD49}" type="pres">
      <dgm:prSet presAssocID="{6BED57C3-93A4-4FE3-9D3E-95B2D298F057}" presName="tx1" presStyleLbl="revTx" presStyleIdx="5" presStyleCnt="7"/>
      <dgm:spPr/>
    </dgm:pt>
    <dgm:pt modelId="{229F6D15-E488-4872-BEE4-073D8F12A9E3}" type="pres">
      <dgm:prSet presAssocID="{6BED57C3-93A4-4FE3-9D3E-95B2D298F057}" presName="vert1" presStyleCnt="0"/>
      <dgm:spPr/>
    </dgm:pt>
    <dgm:pt modelId="{AD8048F1-FA6C-46F1-B8F0-886AA7677EB4}" type="pres">
      <dgm:prSet presAssocID="{0CAEEC48-7395-45F5-8BF0-7F6536F16F78}" presName="thickLine" presStyleLbl="alignNode1" presStyleIdx="6" presStyleCnt="7"/>
      <dgm:spPr/>
    </dgm:pt>
    <dgm:pt modelId="{23DF1DD9-E82A-4675-822B-83DB9F43C53B}" type="pres">
      <dgm:prSet presAssocID="{0CAEEC48-7395-45F5-8BF0-7F6536F16F78}" presName="horz1" presStyleCnt="0"/>
      <dgm:spPr/>
    </dgm:pt>
    <dgm:pt modelId="{F2266191-F924-4B15-A0A2-0794F07CFA61}" type="pres">
      <dgm:prSet presAssocID="{0CAEEC48-7395-45F5-8BF0-7F6536F16F78}" presName="tx1" presStyleLbl="revTx" presStyleIdx="6" presStyleCnt="7"/>
      <dgm:spPr/>
    </dgm:pt>
    <dgm:pt modelId="{E6508269-6D17-4EB0-A73F-35B8F7E93CD6}" type="pres">
      <dgm:prSet presAssocID="{0CAEEC48-7395-45F5-8BF0-7F6536F16F78}" presName="vert1" presStyleCnt="0"/>
      <dgm:spPr/>
    </dgm:pt>
  </dgm:ptLst>
  <dgm:cxnLst>
    <dgm:cxn modelId="{EAB9EE07-658C-40A7-B55C-19E018E21F19}" srcId="{6EC44F1C-CADD-4CE4-B346-F65C5E375E9E}" destId="{C9E5653D-726A-427C-BD80-3F307D921260}" srcOrd="1" destOrd="0" parTransId="{6277AAA9-EF3A-4233-A202-8D141ED45748}" sibTransId="{CBA1A47F-F486-4861-8498-E614C2F5CAC3}"/>
    <dgm:cxn modelId="{3B4AA20F-E4D5-41FE-9EFB-34CB95B3BC5D}" srcId="{6EC44F1C-CADD-4CE4-B346-F65C5E375E9E}" destId="{6BED57C3-93A4-4FE3-9D3E-95B2D298F057}" srcOrd="5" destOrd="0" parTransId="{39876F1D-D4B6-45ED-AD8D-9A84972B33C6}" sibTransId="{19E970EB-3FEF-47D3-9D8E-ED52C85785BB}"/>
    <dgm:cxn modelId="{35A2D21E-0AE6-408B-9C16-DF5405FB8DE1}" srcId="{6EC44F1C-CADD-4CE4-B346-F65C5E375E9E}" destId="{CD2D62D0-7D9E-49A7-AF53-83F2B221EB36}" srcOrd="0" destOrd="0" parTransId="{0C5495A1-7B28-432F-BD09-F177B23678C7}" sibTransId="{723BC1E1-CA8F-49CF-93E9-5D07204F87DD}"/>
    <dgm:cxn modelId="{2BC10534-CC79-48C6-9173-DD2F4A554259}" srcId="{6EC44F1C-CADD-4CE4-B346-F65C5E375E9E}" destId="{58772D1D-67BE-49B6-B692-48D458CF4F20}" srcOrd="3" destOrd="0" parTransId="{97C40608-9D79-4BA6-AC1C-384274ACB1EF}" sibTransId="{DD71C32F-7881-4F50-B80E-4ABECC047774}"/>
    <dgm:cxn modelId="{AEA3745F-E381-4B29-896B-FB0B0CA2E0A3}" type="presOf" srcId="{6BED57C3-93A4-4FE3-9D3E-95B2D298F057}" destId="{AC2E7E86-8F8A-4CA1-A61D-80369CC7CD49}" srcOrd="0" destOrd="0" presId="urn:microsoft.com/office/officeart/2008/layout/LinedList"/>
    <dgm:cxn modelId="{3DBAE44C-C7C2-430D-99D9-BE7AF9ABD537}" srcId="{6EC44F1C-CADD-4CE4-B346-F65C5E375E9E}" destId="{C927DC8E-E790-4605-B1F1-51215167C04F}" srcOrd="2" destOrd="0" parTransId="{11C50C20-D525-4DA5-9609-6773DD8758EE}" sibTransId="{DBC26BDF-A6A0-47DF-B03C-B01556D84705}"/>
    <dgm:cxn modelId="{C0C4D04D-4FCB-42DC-BF0A-96E2E5C76F90}" type="presOf" srcId="{58772D1D-67BE-49B6-B692-48D458CF4F20}" destId="{0BCD3528-6F61-42C1-A9A8-50CAD5F20A70}" srcOrd="0" destOrd="0" presId="urn:microsoft.com/office/officeart/2008/layout/LinedList"/>
    <dgm:cxn modelId="{D8D46571-A45C-42E0-9E09-E68A9FC0D1E5}" type="presOf" srcId="{CD2D62D0-7D9E-49A7-AF53-83F2B221EB36}" destId="{B3C503A9-1929-4361-AF42-811DAEC5F699}" srcOrd="0" destOrd="0" presId="urn:microsoft.com/office/officeart/2008/layout/LinedList"/>
    <dgm:cxn modelId="{905E377D-5BD3-4768-B354-7D104BC3C3AB}" type="presOf" srcId="{6EC44F1C-CADD-4CE4-B346-F65C5E375E9E}" destId="{04B19CD7-7498-41AA-A0E7-BF275637B1A9}" srcOrd="0" destOrd="0" presId="urn:microsoft.com/office/officeart/2008/layout/LinedList"/>
    <dgm:cxn modelId="{825B9990-AFD9-4D27-A122-4BAD24B1F130}" type="presOf" srcId="{EF02195E-B74E-4E28-B26F-F6EF358AAC5F}" destId="{38F0D747-08FF-4189-A9A9-23F648F08686}" srcOrd="0" destOrd="0" presId="urn:microsoft.com/office/officeart/2008/layout/LinedList"/>
    <dgm:cxn modelId="{7645C6A1-0C5B-42D5-A0CF-F56B9D5401F3}" type="presOf" srcId="{C927DC8E-E790-4605-B1F1-51215167C04F}" destId="{0DAF7625-9761-4E59-8493-95123696F820}" srcOrd="0" destOrd="0" presId="urn:microsoft.com/office/officeart/2008/layout/LinedList"/>
    <dgm:cxn modelId="{134FC3C7-4FF3-40CC-96F2-DDCA4D4117C7}" srcId="{6EC44F1C-CADD-4CE4-B346-F65C5E375E9E}" destId="{0CAEEC48-7395-45F5-8BF0-7F6536F16F78}" srcOrd="6" destOrd="0" parTransId="{1A5D0ED1-2475-4EBA-8B11-0C04C429154A}" sibTransId="{3120522F-B278-43E0-B77A-90E4F4C75FF1}"/>
    <dgm:cxn modelId="{206AD5D7-D667-4FC8-B829-B790A6EA0554}" type="presOf" srcId="{0CAEEC48-7395-45F5-8BF0-7F6536F16F78}" destId="{F2266191-F924-4B15-A0A2-0794F07CFA61}" srcOrd="0" destOrd="0" presId="urn:microsoft.com/office/officeart/2008/layout/LinedList"/>
    <dgm:cxn modelId="{595BA2DD-7B42-40BD-9F1E-3B1595C9065C}" type="presOf" srcId="{C9E5653D-726A-427C-BD80-3F307D921260}" destId="{EAC4676A-1E2E-4991-9E8E-2C34D945CD22}" srcOrd="0" destOrd="0" presId="urn:microsoft.com/office/officeart/2008/layout/LinedList"/>
    <dgm:cxn modelId="{D384C2E8-E838-471D-8F90-AF488DDD98E6}" srcId="{6EC44F1C-CADD-4CE4-B346-F65C5E375E9E}" destId="{EF02195E-B74E-4E28-B26F-F6EF358AAC5F}" srcOrd="4" destOrd="0" parTransId="{CAB1DFB7-7242-4866-A876-BE65BC43AB47}" sibTransId="{7347887E-D5CC-4038-80EC-B7DF3B5B83B3}"/>
    <dgm:cxn modelId="{4403ABA2-C255-480F-A69D-B7B0DF4489FB}" type="presParOf" srcId="{04B19CD7-7498-41AA-A0E7-BF275637B1A9}" destId="{4D7CE862-A96E-46A5-A341-D1151B00B3C6}" srcOrd="0" destOrd="0" presId="urn:microsoft.com/office/officeart/2008/layout/LinedList"/>
    <dgm:cxn modelId="{44252F46-9103-444E-B3CE-2680B20A57E6}" type="presParOf" srcId="{04B19CD7-7498-41AA-A0E7-BF275637B1A9}" destId="{B4B238D5-C16B-4DCB-B4F8-2F86653278B6}" srcOrd="1" destOrd="0" presId="urn:microsoft.com/office/officeart/2008/layout/LinedList"/>
    <dgm:cxn modelId="{9761EF6D-6FD6-461F-9502-D2D5C119F710}" type="presParOf" srcId="{B4B238D5-C16B-4DCB-B4F8-2F86653278B6}" destId="{B3C503A9-1929-4361-AF42-811DAEC5F699}" srcOrd="0" destOrd="0" presId="urn:microsoft.com/office/officeart/2008/layout/LinedList"/>
    <dgm:cxn modelId="{E79E15C6-81D1-4E2B-ABEA-A812B3CD8C8E}" type="presParOf" srcId="{B4B238D5-C16B-4DCB-B4F8-2F86653278B6}" destId="{CF469297-FDE6-4A26-B277-ACDD1EB59350}" srcOrd="1" destOrd="0" presId="urn:microsoft.com/office/officeart/2008/layout/LinedList"/>
    <dgm:cxn modelId="{CA7B5B96-1A0D-4FFE-B235-3B44B76F065A}" type="presParOf" srcId="{04B19CD7-7498-41AA-A0E7-BF275637B1A9}" destId="{3DCB0D63-7EAD-4A65-8DE6-803A529B1002}" srcOrd="2" destOrd="0" presId="urn:microsoft.com/office/officeart/2008/layout/LinedList"/>
    <dgm:cxn modelId="{C4E0EF64-D5CC-4265-B75E-3790A7B2A16C}" type="presParOf" srcId="{04B19CD7-7498-41AA-A0E7-BF275637B1A9}" destId="{BE92BA89-C612-418A-9B4D-D3F525FFCAB1}" srcOrd="3" destOrd="0" presId="urn:microsoft.com/office/officeart/2008/layout/LinedList"/>
    <dgm:cxn modelId="{058C06A1-69AF-4335-B392-481532CEE730}" type="presParOf" srcId="{BE92BA89-C612-418A-9B4D-D3F525FFCAB1}" destId="{EAC4676A-1E2E-4991-9E8E-2C34D945CD22}" srcOrd="0" destOrd="0" presId="urn:microsoft.com/office/officeart/2008/layout/LinedList"/>
    <dgm:cxn modelId="{9BC3BCE2-3008-4C70-B6B6-9E706CA33323}" type="presParOf" srcId="{BE92BA89-C612-418A-9B4D-D3F525FFCAB1}" destId="{1E050C21-5148-46B3-B3FC-4B21387656D6}" srcOrd="1" destOrd="0" presId="urn:microsoft.com/office/officeart/2008/layout/LinedList"/>
    <dgm:cxn modelId="{019ACA46-3AAA-412E-8CB6-0C68D4B6C431}" type="presParOf" srcId="{04B19CD7-7498-41AA-A0E7-BF275637B1A9}" destId="{EBFD05F6-C970-42A1-99F4-E1F20F5C9684}" srcOrd="4" destOrd="0" presId="urn:microsoft.com/office/officeart/2008/layout/LinedList"/>
    <dgm:cxn modelId="{E1798097-3D63-4920-964F-ED07E0763373}" type="presParOf" srcId="{04B19CD7-7498-41AA-A0E7-BF275637B1A9}" destId="{68735617-A836-45A4-962D-AAA3B6A251C4}" srcOrd="5" destOrd="0" presId="urn:microsoft.com/office/officeart/2008/layout/LinedList"/>
    <dgm:cxn modelId="{9F5E37C0-730F-4DBE-A875-DBC5C789036E}" type="presParOf" srcId="{68735617-A836-45A4-962D-AAA3B6A251C4}" destId="{0DAF7625-9761-4E59-8493-95123696F820}" srcOrd="0" destOrd="0" presId="urn:microsoft.com/office/officeart/2008/layout/LinedList"/>
    <dgm:cxn modelId="{A4F7FAFD-4A35-426E-B877-2961AF052017}" type="presParOf" srcId="{68735617-A836-45A4-962D-AAA3B6A251C4}" destId="{EB967172-E6CD-427A-A572-0708526E0739}" srcOrd="1" destOrd="0" presId="urn:microsoft.com/office/officeart/2008/layout/LinedList"/>
    <dgm:cxn modelId="{4B1BE3AB-5DF2-4320-A2D0-30BD41F9CBDE}" type="presParOf" srcId="{04B19CD7-7498-41AA-A0E7-BF275637B1A9}" destId="{5ACD3984-19B1-48BC-8815-8EFBA1C06297}" srcOrd="6" destOrd="0" presId="urn:microsoft.com/office/officeart/2008/layout/LinedList"/>
    <dgm:cxn modelId="{A5132657-D6B9-4ED1-9C99-1D85658F4035}" type="presParOf" srcId="{04B19CD7-7498-41AA-A0E7-BF275637B1A9}" destId="{F5CB110A-2D49-4B85-813C-E6CB61EB31C8}" srcOrd="7" destOrd="0" presId="urn:microsoft.com/office/officeart/2008/layout/LinedList"/>
    <dgm:cxn modelId="{458C1F34-7E60-410E-A830-8E48489159BB}" type="presParOf" srcId="{F5CB110A-2D49-4B85-813C-E6CB61EB31C8}" destId="{0BCD3528-6F61-42C1-A9A8-50CAD5F20A70}" srcOrd="0" destOrd="0" presId="urn:microsoft.com/office/officeart/2008/layout/LinedList"/>
    <dgm:cxn modelId="{6E602F44-80A2-41D9-B9BE-09DCB028DDBA}" type="presParOf" srcId="{F5CB110A-2D49-4B85-813C-E6CB61EB31C8}" destId="{B0CCC83B-E2AC-4DEE-8FF0-55DEF4994E2A}" srcOrd="1" destOrd="0" presId="urn:microsoft.com/office/officeart/2008/layout/LinedList"/>
    <dgm:cxn modelId="{3B3DF3C2-AD58-4489-9724-65781CC8F958}" type="presParOf" srcId="{04B19CD7-7498-41AA-A0E7-BF275637B1A9}" destId="{A4D250EF-DF79-4319-BDF1-F2CF1970C496}" srcOrd="8" destOrd="0" presId="urn:microsoft.com/office/officeart/2008/layout/LinedList"/>
    <dgm:cxn modelId="{F38552BD-7A9E-4EA4-B137-F069CA4A0BB9}" type="presParOf" srcId="{04B19CD7-7498-41AA-A0E7-BF275637B1A9}" destId="{E7DEDF78-1254-4002-8E80-D17BF6BBE38F}" srcOrd="9" destOrd="0" presId="urn:microsoft.com/office/officeart/2008/layout/LinedList"/>
    <dgm:cxn modelId="{923583BE-2E97-4893-9B1F-940E225DA03B}" type="presParOf" srcId="{E7DEDF78-1254-4002-8E80-D17BF6BBE38F}" destId="{38F0D747-08FF-4189-A9A9-23F648F08686}" srcOrd="0" destOrd="0" presId="urn:microsoft.com/office/officeart/2008/layout/LinedList"/>
    <dgm:cxn modelId="{5E7D4F26-C888-4E96-913B-7D38E971CA98}" type="presParOf" srcId="{E7DEDF78-1254-4002-8E80-D17BF6BBE38F}" destId="{AF8E0182-1B6B-4CFF-AB33-88A132CA5033}" srcOrd="1" destOrd="0" presId="urn:microsoft.com/office/officeart/2008/layout/LinedList"/>
    <dgm:cxn modelId="{D6AE7691-41C3-47A8-B416-EAD03B1D14CD}" type="presParOf" srcId="{04B19CD7-7498-41AA-A0E7-BF275637B1A9}" destId="{7F98BA0E-1919-4730-801C-9E5BD53D09D0}" srcOrd="10" destOrd="0" presId="urn:microsoft.com/office/officeart/2008/layout/LinedList"/>
    <dgm:cxn modelId="{ADAE83BC-FF2E-4313-9729-70AFE1D02AEC}" type="presParOf" srcId="{04B19CD7-7498-41AA-A0E7-BF275637B1A9}" destId="{F6B2AE9B-152F-40A0-B2E9-ABDABCFB40E6}" srcOrd="11" destOrd="0" presId="urn:microsoft.com/office/officeart/2008/layout/LinedList"/>
    <dgm:cxn modelId="{782A3530-B9F6-4380-A746-C2218F566988}" type="presParOf" srcId="{F6B2AE9B-152F-40A0-B2E9-ABDABCFB40E6}" destId="{AC2E7E86-8F8A-4CA1-A61D-80369CC7CD49}" srcOrd="0" destOrd="0" presId="urn:microsoft.com/office/officeart/2008/layout/LinedList"/>
    <dgm:cxn modelId="{D2711367-4922-4036-B100-68546303984A}" type="presParOf" srcId="{F6B2AE9B-152F-40A0-B2E9-ABDABCFB40E6}" destId="{229F6D15-E488-4872-BEE4-073D8F12A9E3}" srcOrd="1" destOrd="0" presId="urn:microsoft.com/office/officeart/2008/layout/LinedList"/>
    <dgm:cxn modelId="{80CBF668-1975-4B9F-87E0-BB603F16EBA5}" type="presParOf" srcId="{04B19CD7-7498-41AA-A0E7-BF275637B1A9}" destId="{AD8048F1-FA6C-46F1-B8F0-886AA7677EB4}" srcOrd="12" destOrd="0" presId="urn:microsoft.com/office/officeart/2008/layout/LinedList"/>
    <dgm:cxn modelId="{DD0A064F-622D-48AD-BAB2-F78F1CD0E5BB}" type="presParOf" srcId="{04B19CD7-7498-41AA-A0E7-BF275637B1A9}" destId="{23DF1DD9-E82A-4675-822B-83DB9F43C53B}" srcOrd="13" destOrd="0" presId="urn:microsoft.com/office/officeart/2008/layout/LinedList"/>
    <dgm:cxn modelId="{89417275-F9D2-4105-A0FF-825BC9A9A99B}" type="presParOf" srcId="{23DF1DD9-E82A-4675-822B-83DB9F43C53B}" destId="{F2266191-F924-4B15-A0A2-0794F07CFA61}" srcOrd="0" destOrd="0" presId="urn:microsoft.com/office/officeart/2008/layout/LinedList"/>
    <dgm:cxn modelId="{F21BD300-A78C-40DD-B1BF-05CE3DD33C4A}" type="presParOf" srcId="{23DF1DD9-E82A-4675-822B-83DB9F43C53B}" destId="{E6508269-6D17-4EB0-A73F-35B8F7E93C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AE63598-D7A7-4989-999C-1540E2514BA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5A4281-9690-43C4-B508-A82A06B66467}">
      <dgm:prSet/>
      <dgm:spPr/>
      <dgm:t>
        <a:bodyPr/>
        <a:lstStyle/>
        <a:p>
          <a:r>
            <a:rPr lang="en-IN" b="1"/>
            <a:t>Badrinath G:</a:t>
          </a:r>
          <a:endParaRPr lang="en-US"/>
        </a:p>
      </dgm:t>
    </dgm:pt>
    <dgm:pt modelId="{0F1CF747-C676-485F-9A5D-3E90BE58BD4F}" type="parTrans" cxnId="{9F20750D-34B6-49EE-A4B8-84EF0E657745}">
      <dgm:prSet/>
      <dgm:spPr/>
      <dgm:t>
        <a:bodyPr/>
        <a:lstStyle/>
        <a:p>
          <a:endParaRPr lang="en-US"/>
        </a:p>
      </dgm:t>
    </dgm:pt>
    <dgm:pt modelId="{EA740CF0-3A11-4DA0-8220-BB23329A7A4D}" type="sibTrans" cxnId="{9F20750D-34B6-49EE-A4B8-84EF0E657745}">
      <dgm:prSet/>
      <dgm:spPr/>
      <dgm:t>
        <a:bodyPr/>
        <a:lstStyle/>
        <a:p>
          <a:endParaRPr lang="en-US"/>
        </a:p>
      </dgm:t>
    </dgm:pt>
    <dgm:pt modelId="{51A9CC36-85DC-4A8E-8755-7C9C6C06FE06}">
      <dgm:prSet/>
      <dgm:spPr/>
      <dgm:t>
        <a:bodyPr/>
        <a:lstStyle/>
        <a:p>
          <a:r>
            <a:rPr lang="en-IN"/>
            <a:t>Created and implemented hash maps for storage and retrieval of member and policy details.</a:t>
          </a:r>
          <a:endParaRPr lang="en-US"/>
        </a:p>
      </dgm:t>
    </dgm:pt>
    <dgm:pt modelId="{08D6607C-2A85-4706-ACA3-070036B6C973}" type="parTrans" cxnId="{A90ED521-872E-4692-93AD-201E1DB3569F}">
      <dgm:prSet/>
      <dgm:spPr/>
      <dgm:t>
        <a:bodyPr/>
        <a:lstStyle/>
        <a:p>
          <a:endParaRPr lang="en-US"/>
        </a:p>
      </dgm:t>
    </dgm:pt>
    <dgm:pt modelId="{FEFB8EAD-8916-4DB6-83C2-E42ADB9BD28F}" type="sibTrans" cxnId="{A90ED521-872E-4692-93AD-201E1DB3569F}">
      <dgm:prSet/>
      <dgm:spPr/>
      <dgm:t>
        <a:bodyPr/>
        <a:lstStyle/>
        <a:p>
          <a:endParaRPr lang="en-US"/>
        </a:p>
      </dgm:t>
    </dgm:pt>
    <dgm:pt modelId="{5BEDD35C-12CD-4B5D-9FA8-4CC298F46985}">
      <dgm:prSet/>
      <dgm:spPr/>
      <dgm:t>
        <a:bodyPr/>
        <a:lstStyle/>
        <a:p>
          <a:r>
            <a:rPr lang="en-IN"/>
            <a:t>Created validation mechanism to ensure only proper inputs are accepted.</a:t>
          </a:r>
          <a:endParaRPr lang="en-US"/>
        </a:p>
      </dgm:t>
    </dgm:pt>
    <dgm:pt modelId="{B55630B9-17CE-40AC-B6C9-2FFB0750EE4C}" type="parTrans" cxnId="{229851AA-D494-4293-B7C7-07BCDF3AC506}">
      <dgm:prSet/>
      <dgm:spPr/>
      <dgm:t>
        <a:bodyPr/>
        <a:lstStyle/>
        <a:p>
          <a:endParaRPr lang="en-US"/>
        </a:p>
      </dgm:t>
    </dgm:pt>
    <dgm:pt modelId="{594D0382-092A-4ACD-BFD7-3E6D56BCD0AE}" type="sibTrans" cxnId="{229851AA-D494-4293-B7C7-07BCDF3AC506}">
      <dgm:prSet/>
      <dgm:spPr/>
      <dgm:t>
        <a:bodyPr/>
        <a:lstStyle/>
        <a:p>
          <a:endParaRPr lang="en-US"/>
        </a:p>
      </dgm:t>
    </dgm:pt>
    <dgm:pt modelId="{8544EF65-5D84-4DD9-AC18-6E7F1688A8B7}">
      <dgm:prSet/>
      <dgm:spPr/>
      <dgm:t>
        <a:bodyPr/>
        <a:lstStyle/>
        <a:p>
          <a:r>
            <a:rPr lang="en-IN"/>
            <a:t>Integrated various methods to work seamlessly with each other.</a:t>
          </a:r>
          <a:endParaRPr lang="en-US"/>
        </a:p>
      </dgm:t>
    </dgm:pt>
    <dgm:pt modelId="{7C6B56A1-4EE2-4282-9DC0-ABA9BD8A825D}" type="parTrans" cxnId="{866509F0-6F9A-4BEE-BF1B-901B7754EE6F}">
      <dgm:prSet/>
      <dgm:spPr/>
      <dgm:t>
        <a:bodyPr/>
        <a:lstStyle/>
        <a:p>
          <a:endParaRPr lang="en-US"/>
        </a:p>
      </dgm:t>
    </dgm:pt>
    <dgm:pt modelId="{A4189749-B2BA-43A5-993D-F273B93DC25D}" type="sibTrans" cxnId="{866509F0-6F9A-4BEE-BF1B-901B7754EE6F}">
      <dgm:prSet/>
      <dgm:spPr/>
      <dgm:t>
        <a:bodyPr/>
        <a:lstStyle/>
        <a:p>
          <a:endParaRPr lang="en-US"/>
        </a:p>
      </dgm:t>
    </dgm:pt>
    <dgm:pt modelId="{472FC913-A10D-48F1-8B21-1D2154E5C701}" type="pres">
      <dgm:prSet presAssocID="{2AE63598-D7A7-4989-999C-1540E2514BAC}" presName="vert0" presStyleCnt="0">
        <dgm:presLayoutVars>
          <dgm:dir/>
          <dgm:animOne val="branch"/>
          <dgm:animLvl val="lvl"/>
        </dgm:presLayoutVars>
      </dgm:prSet>
      <dgm:spPr/>
    </dgm:pt>
    <dgm:pt modelId="{ADE9CC49-5AB9-4BA4-A270-3E4B6999916A}" type="pres">
      <dgm:prSet presAssocID="{8F5A4281-9690-43C4-B508-A82A06B66467}" presName="thickLine" presStyleLbl="alignNode1" presStyleIdx="0" presStyleCnt="4"/>
      <dgm:spPr/>
    </dgm:pt>
    <dgm:pt modelId="{F0812C61-440F-447A-9F96-EF413D7FD5E2}" type="pres">
      <dgm:prSet presAssocID="{8F5A4281-9690-43C4-B508-A82A06B66467}" presName="horz1" presStyleCnt="0"/>
      <dgm:spPr/>
    </dgm:pt>
    <dgm:pt modelId="{ECDAC39F-7683-4A88-9EEB-CA81FB5070E2}" type="pres">
      <dgm:prSet presAssocID="{8F5A4281-9690-43C4-B508-A82A06B66467}" presName="tx1" presStyleLbl="revTx" presStyleIdx="0" presStyleCnt="4"/>
      <dgm:spPr/>
    </dgm:pt>
    <dgm:pt modelId="{D0A83BC4-6805-45C2-AFF4-9DF32E0467B9}" type="pres">
      <dgm:prSet presAssocID="{8F5A4281-9690-43C4-B508-A82A06B66467}" presName="vert1" presStyleCnt="0"/>
      <dgm:spPr/>
    </dgm:pt>
    <dgm:pt modelId="{5AF75168-1191-4237-A968-405452387A63}" type="pres">
      <dgm:prSet presAssocID="{51A9CC36-85DC-4A8E-8755-7C9C6C06FE06}" presName="thickLine" presStyleLbl="alignNode1" presStyleIdx="1" presStyleCnt="4"/>
      <dgm:spPr/>
    </dgm:pt>
    <dgm:pt modelId="{2AF3435D-0196-42D8-9841-E3E04E990C60}" type="pres">
      <dgm:prSet presAssocID="{51A9CC36-85DC-4A8E-8755-7C9C6C06FE06}" presName="horz1" presStyleCnt="0"/>
      <dgm:spPr/>
    </dgm:pt>
    <dgm:pt modelId="{314C8835-C541-465E-8BAE-CF161DAA10C4}" type="pres">
      <dgm:prSet presAssocID="{51A9CC36-85DC-4A8E-8755-7C9C6C06FE06}" presName="tx1" presStyleLbl="revTx" presStyleIdx="1" presStyleCnt="4"/>
      <dgm:spPr/>
    </dgm:pt>
    <dgm:pt modelId="{F61DD620-B0B2-4022-B8C8-E1314E06C630}" type="pres">
      <dgm:prSet presAssocID="{51A9CC36-85DC-4A8E-8755-7C9C6C06FE06}" presName="vert1" presStyleCnt="0"/>
      <dgm:spPr/>
    </dgm:pt>
    <dgm:pt modelId="{EEE9604E-C320-457B-954C-E8E44DA27A3E}" type="pres">
      <dgm:prSet presAssocID="{5BEDD35C-12CD-4B5D-9FA8-4CC298F46985}" presName="thickLine" presStyleLbl="alignNode1" presStyleIdx="2" presStyleCnt="4"/>
      <dgm:spPr/>
    </dgm:pt>
    <dgm:pt modelId="{E0C0C8B5-9C4E-40FA-A61B-344D4E64B2CC}" type="pres">
      <dgm:prSet presAssocID="{5BEDD35C-12CD-4B5D-9FA8-4CC298F46985}" presName="horz1" presStyleCnt="0"/>
      <dgm:spPr/>
    </dgm:pt>
    <dgm:pt modelId="{E053BB16-DBE9-4EAA-890F-F345382BA5FA}" type="pres">
      <dgm:prSet presAssocID="{5BEDD35C-12CD-4B5D-9FA8-4CC298F46985}" presName="tx1" presStyleLbl="revTx" presStyleIdx="2" presStyleCnt="4"/>
      <dgm:spPr/>
    </dgm:pt>
    <dgm:pt modelId="{5A3080DA-9EEE-4611-B52F-99B0DF5424BA}" type="pres">
      <dgm:prSet presAssocID="{5BEDD35C-12CD-4B5D-9FA8-4CC298F46985}" presName="vert1" presStyleCnt="0"/>
      <dgm:spPr/>
    </dgm:pt>
    <dgm:pt modelId="{99AB4208-B45F-4A58-86DA-8932455B8152}" type="pres">
      <dgm:prSet presAssocID="{8544EF65-5D84-4DD9-AC18-6E7F1688A8B7}" presName="thickLine" presStyleLbl="alignNode1" presStyleIdx="3" presStyleCnt="4"/>
      <dgm:spPr/>
    </dgm:pt>
    <dgm:pt modelId="{9539B7AE-8C37-4256-9A52-DADC3A126B32}" type="pres">
      <dgm:prSet presAssocID="{8544EF65-5D84-4DD9-AC18-6E7F1688A8B7}" presName="horz1" presStyleCnt="0"/>
      <dgm:spPr/>
    </dgm:pt>
    <dgm:pt modelId="{A5B40D60-526D-4A89-AD3C-96C01646E01A}" type="pres">
      <dgm:prSet presAssocID="{8544EF65-5D84-4DD9-AC18-6E7F1688A8B7}" presName="tx1" presStyleLbl="revTx" presStyleIdx="3" presStyleCnt="4"/>
      <dgm:spPr/>
    </dgm:pt>
    <dgm:pt modelId="{87B2A512-2B08-41E9-A38F-3AA5081080E2}" type="pres">
      <dgm:prSet presAssocID="{8544EF65-5D84-4DD9-AC18-6E7F1688A8B7}" presName="vert1" presStyleCnt="0"/>
      <dgm:spPr/>
    </dgm:pt>
  </dgm:ptLst>
  <dgm:cxnLst>
    <dgm:cxn modelId="{9F20750D-34B6-49EE-A4B8-84EF0E657745}" srcId="{2AE63598-D7A7-4989-999C-1540E2514BAC}" destId="{8F5A4281-9690-43C4-B508-A82A06B66467}" srcOrd="0" destOrd="0" parTransId="{0F1CF747-C676-485F-9A5D-3E90BE58BD4F}" sibTransId="{EA740CF0-3A11-4DA0-8220-BB23329A7A4D}"/>
    <dgm:cxn modelId="{A90ED521-872E-4692-93AD-201E1DB3569F}" srcId="{2AE63598-D7A7-4989-999C-1540E2514BAC}" destId="{51A9CC36-85DC-4A8E-8755-7C9C6C06FE06}" srcOrd="1" destOrd="0" parTransId="{08D6607C-2A85-4706-ACA3-070036B6C973}" sibTransId="{FEFB8EAD-8916-4DB6-83C2-E42ADB9BD28F}"/>
    <dgm:cxn modelId="{BA44EE53-152B-42A0-9C27-FBC4ACDDA644}" type="presOf" srcId="{51A9CC36-85DC-4A8E-8755-7C9C6C06FE06}" destId="{314C8835-C541-465E-8BAE-CF161DAA10C4}" srcOrd="0" destOrd="0" presId="urn:microsoft.com/office/officeart/2008/layout/LinedList"/>
    <dgm:cxn modelId="{229851AA-D494-4293-B7C7-07BCDF3AC506}" srcId="{2AE63598-D7A7-4989-999C-1540E2514BAC}" destId="{5BEDD35C-12CD-4B5D-9FA8-4CC298F46985}" srcOrd="2" destOrd="0" parTransId="{B55630B9-17CE-40AC-B6C9-2FFB0750EE4C}" sibTransId="{594D0382-092A-4ACD-BFD7-3E6D56BCD0AE}"/>
    <dgm:cxn modelId="{CD2589AC-5890-4734-8372-BAAD8762D9C7}" type="presOf" srcId="{8F5A4281-9690-43C4-B508-A82A06B66467}" destId="{ECDAC39F-7683-4A88-9EEB-CA81FB5070E2}" srcOrd="0" destOrd="0" presId="urn:microsoft.com/office/officeart/2008/layout/LinedList"/>
    <dgm:cxn modelId="{B066B5B8-54D0-418D-8F59-E289D33D2EB3}" type="presOf" srcId="{2AE63598-D7A7-4989-999C-1540E2514BAC}" destId="{472FC913-A10D-48F1-8B21-1D2154E5C701}" srcOrd="0" destOrd="0" presId="urn:microsoft.com/office/officeart/2008/layout/LinedList"/>
    <dgm:cxn modelId="{F6436DDF-4E21-4B0D-B968-4F79045F46D9}" type="presOf" srcId="{8544EF65-5D84-4DD9-AC18-6E7F1688A8B7}" destId="{A5B40D60-526D-4A89-AD3C-96C01646E01A}" srcOrd="0" destOrd="0" presId="urn:microsoft.com/office/officeart/2008/layout/LinedList"/>
    <dgm:cxn modelId="{68AF98EF-512F-487F-9F3D-6573EB701024}" type="presOf" srcId="{5BEDD35C-12CD-4B5D-9FA8-4CC298F46985}" destId="{E053BB16-DBE9-4EAA-890F-F345382BA5FA}" srcOrd="0" destOrd="0" presId="urn:microsoft.com/office/officeart/2008/layout/LinedList"/>
    <dgm:cxn modelId="{866509F0-6F9A-4BEE-BF1B-901B7754EE6F}" srcId="{2AE63598-D7A7-4989-999C-1540E2514BAC}" destId="{8544EF65-5D84-4DD9-AC18-6E7F1688A8B7}" srcOrd="3" destOrd="0" parTransId="{7C6B56A1-4EE2-4282-9DC0-ABA9BD8A825D}" sibTransId="{A4189749-B2BA-43A5-993D-F273B93DC25D}"/>
    <dgm:cxn modelId="{EFE7B29D-FDB8-44E0-8815-6BE37F7CBB48}" type="presParOf" srcId="{472FC913-A10D-48F1-8B21-1D2154E5C701}" destId="{ADE9CC49-5AB9-4BA4-A270-3E4B6999916A}" srcOrd="0" destOrd="0" presId="urn:microsoft.com/office/officeart/2008/layout/LinedList"/>
    <dgm:cxn modelId="{CFC24DD1-9DE1-4F9A-9B5F-0829AEE1AA61}" type="presParOf" srcId="{472FC913-A10D-48F1-8B21-1D2154E5C701}" destId="{F0812C61-440F-447A-9F96-EF413D7FD5E2}" srcOrd="1" destOrd="0" presId="urn:microsoft.com/office/officeart/2008/layout/LinedList"/>
    <dgm:cxn modelId="{36723AA0-9EBA-4B42-BA8A-EB91D1E25906}" type="presParOf" srcId="{F0812C61-440F-447A-9F96-EF413D7FD5E2}" destId="{ECDAC39F-7683-4A88-9EEB-CA81FB5070E2}" srcOrd="0" destOrd="0" presId="urn:microsoft.com/office/officeart/2008/layout/LinedList"/>
    <dgm:cxn modelId="{223CF97F-D096-430A-ACA9-31E01FC84703}" type="presParOf" srcId="{F0812C61-440F-447A-9F96-EF413D7FD5E2}" destId="{D0A83BC4-6805-45C2-AFF4-9DF32E0467B9}" srcOrd="1" destOrd="0" presId="urn:microsoft.com/office/officeart/2008/layout/LinedList"/>
    <dgm:cxn modelId="{ED4CFC73-4356-4AF5-A15F-2E60A059CFDA}" type="presParOf" srcId="{472FC913-A10D-48F1-8B21-1D2154E5C701}" destId="{5AF75168-1191-4237-A968-405452387A63}" srcOrd="2" destOrd="0" presId="urn:microsoft.com/office/officeart/2008/layout/LinedList"/>
    <dgm:cxn modelId="{4F50EAAC-9A02-4983-B25C-717F47A09FC6}" type="presParOf" srcId="{472FC913-A10D-48F1-8B21-1D2154E5C701}" destId="{2AF3435D-0196-42D8-9841-E3E04E990C60}" srcOrd="3" destOrd="0" presId="urn:microsoft.com/office/officeart/2008/layout/LinedList"/>
    <dgm:cxn modelId="{8E68925F-7BC9-49CB-83E0-244344D00A60}" type="presParOf" srcId="{2AF3435D-0196-42D8-9841-E3E04E990C60}" destId="{314C8835-C541-465E-8BAE-CF161DAA10C4}" srcOrd="0" destOrd="0" presId="urn:microsoft.com/office/officeart/2008/layout/LinedList"/>
    <dgm:cxn modelId="{E6243035-12F9-4B28-ABDC-FDD983748046}" type="presParOf" srcId="{2AF3435D-0196-42D8-9841-E3E04E990C60}" destId="{F61DD620-B0B2-4022-B8C8-E1314E06C630}" srcOrd="1" destOrd="0" presId="urn:microsoft.com/office/officeart/2008/layout/LinedList"/>
    <dgm:cxn modelId="{9AE0B628-CDDD-4ABE-A364-613F43C802D3}" type="presParOf" srcId="{472FC913-A10D-48F1-8B21-1D2154E5C701}" destId="{EEE9604E-C320-457B-954C-E8E44DA27A3E}" srcOrd="4" destOrd="0" presId="urn:microsoft.com/office/officeart/2008/layout/LinedList"/>
    <dgm:cxn modelId="{56099244-D89C-4D6D-BE61-894561424E6D}" type="presParOf" srcId="{472FC913-A10D-48F1-8B21-1D2154E5C701}" destId="{E0C0C8B5-9C4E-40FA-A61B-344D4E64B2CC}" srcOrd="5" destOrd="0" presId="urn:microsoft.com/office/officeart/2008/layout/LinedList"/>
    <dgm:cxn modelId="{88E8DD3A-06AE-4015-BBF2-530F631E1ED4}" type="presParOf" srcId="{E0C0C8B5-9C4E-40FA-A61B-344D4E64B2CC}" destId="{E053BB16-DBE9-4EAA-890F-F345382BA5FA}" srcOrd="0" destOrd="0" presId="urn:microsoft.com/office/officeart/2008/layout/LinedList"/>
    <dgm:cxn modelId="{B5D8204F-9330-4249-A562-790FE7C8A705}" type="presParOf" srcId="{E0C0C8B5-9C4E-40FA-A61B-344D4E64B2CC}" destId="{5A3080DA-9EEE-4611-B52F-99B0DF5424BA}" srcOrd="1" destOrd="0" presId="urn:microsoft.com/office/officeart/2008/layout/LinedList"/>
    <dgm:cxn modelId="{8B068BE2-4B94-4F68-9DF4-ADE210440601}" type="presParOf" srcId="{472FC913-A10D-48F1-8B21-1D2154E5C701}" destId="{99AB4208-B45F-4A58-86DA-8932455B8152}" srcOrd="6" destOrd="0" presId="urn:microsoft.com/office/officeart/2008/layout/LinedList"/>
    <dgm:cxn modelId="{A725F271-C724-4170-8D29-604B26A79D9B}" type="presParOf" srcId="{472FC913-A10D-48F1-8B21-1D2154E5C701}" destId="{9539B7AE-8C37-4256-9A52-DADC3A126B32}" srcOrd="7" destOrd="0" presId="urn:microsoft.com/office/officeart/2008/layout/LinedList"/>
    <dgm:cxn modelId="{E18B12C4-AE65-453C-9003-BD783616330C}" type="presParOf" srcId="{9539B7AE-8C37-4256-9A52-DADC3A126B32}" destId="{A5B40D60-526D-4A89-AD3C-96C01646E01A}" srcOrd="0" destOrd="0" presId="urn:microsoft.com/office/officeart/2008/layout/LinedList"/>
    <dgm:cxn modelId="{DB698D6C-B862-44E2-8672-DD335F80F8A0}" type="presParOf" srcId="{9539B7AE-8C37-4256-9A52-DADC3A126B32}" destId="{87B2A512-2B08-41E9-A38F-3AA5081080E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A7F8865-A4C6-4AB9-B652-0404CE4105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B4E8A5-E999-4FB5-AF4B-4222B5A599A3}">
      <dgm:prSet/>
      <dgm:spPr/>
      <dgm:t>
        <a:bodyPr/>
        <a:lstStyle/>
        <a:p>
          <a:r>
            <a:rPr lang="en-IN"/>
            <a:t>Requirement Gathering -1 day</a:t>
          </a:r>
          <a:endParaRPr lang="en-US"/>
        </a:p>
      </dgm:t>
    </dgm:pt>
    <dgm:pt modelId="{E98CADB4-C74C-417E-8E2C-FD3D7774A76F}" type="parTrans" cxnId="{978EDCCD-328C-4BF4-A793-B659E33EE1CD}">
      <dgm:prSet/>
      <dgm:spPr/>
      <dgm:t>
        <a:bodyPr/>
        <a:lstStyle/>
        <a:p>
          <a:endParaRPr lang="en-US"/>
        </a:p>
      </dgm:t>
    </dgm:pt>
    <dgm:pt modelId="{10D34EA5-C347-46AE-8C9F-22A7859C5E50}" type="sibTrans" cxnId="{978EDCCD-328C-4BF4-A793-B659E33EE1CD}">
      <dgm:prSet/>
      <dgm:spPr/>
      <dgm:t>
        <a:bodyPr/>
        <a:lstStyle/>
        <a:p>
          <a:endParaRPr lang="en-US"/>
        </a:p>
      </dgm:t>
    </dgm:pt>
    <dgm:pt modelId="{E434D0FC-4824-49FA-8BC7-99C80F9589F9}">
      <dgm:prSet/>
      <dgm:spPr/>
      <dgm:t>
        <a:bodyPr/>
        <a:lstStyle/>
        <a:p>
          <a:r>
            <a:rPr lang="en-IN"/>
            <a:t>System Design -1 day</a:t>
          </a:r>
          <a:endParaRPr lang="en-US"/>
        </a:p>
      </dgm:t>
    </dgm:pt>
    <dgm:pt modelId="{B6FA2582-1FFA-4C0D-85BC-20E28B708AEA}" type="parTrans" cxnId="{20F073A2-F6DC-4B85-B570-2418DDCD34BC}">
      <dgm:prSet/>
      <dgm:spPr/>
      <dgm:t>
        <a:bodyPr/>
        <a:lstStyle/>
        <a:p>
          <a:endParaRPr lang="en-US"/>
        </a:p>
      </dgm:t>
    </dgm:pt>
    <dgm:pt modelId="{D6CE4078-46EE-4144-A518-BF6C1B4FD82F}" type="sibTrans" cxnId="{20F073A2-F6DC-4B85-B570-2418DDCD34BC}">
      <dgm:prSet/>
      <dgm:spPr/>
      <dgm:t>
        <a:bodyPr/>
        <a:lstStyle/>
        <a:p>
          <a:endParaRPr lang="en-US"/>
        </a:p>
      </dgm:t>
    </dgm:pt>
    <dgm:pt modelId="{358BFF8F-03AC-48AA-9EED-CF5093C46212}">
      <dgm:prSet/>
      <dgm:spPr/>
      <dgm:t>
        <a:bodyPr/>
        <a:lstStyle/>
        <a:p>
          <a:r>
            <a:rPr lang="en-IN"/>
            <a:t>Implementation and Coding-1 day</a:t>
          </a:r>
          <a:endParaRPr lang="en-US"/>
        </a:p>
      </dgm:t>
    </dgm:pt>
    <dgm:pt modelId="{4FFFFD98-5C28-4175-9204-502AF60B50AB}" type="parTrans" cxnId="{E4FD2BCE-0D6F-425A-8E69-8E14536B3631}">
      <dgm:prSet/>
      <dgm:spPr/>
      <dgm:t>
        <a:bodyPr/>
        <a:lstStyle/>
        <a:p>
          <a:endParaRPr lang="en-US"/>
        </a:p>
      </dgm:t>
    </dgm:pt>
    <dgm:pt modelId="{FF04C479-1286-4899-BFD8-77617B5504A7}" type="sibTrans" cxnId="{E4FD2BCE-0D6F-425A-8E69-8E14536B3631}">
      <dgm:prSet/>
      <dgm:spPr/>
      <dgm:t>
        <a:bodyPr/>
        <a:lstStyle/>
        <a:p>
          <a:endParaRPr lang="en-US"/>
        </a:p>
      </dgm:t>
    </dgm:pt>
    <dgm:pt modelId="{E85721B3-BF4B-4B95-90CC-0C70048B891B}">
      <dgm:prSet/>
      <dgm:spPr/>
      <dgm:t>
        <a:bodyPr/>
        <a:lstStyle/>
        <a:p>
          <a:r>
            <a:rPr lang="en-IN"/>
            <a:t>Testing and Debugging – 1 day</a:t>
          </a:r>
          <a:endParaRPr lang="en-US"/>
        </a:p>
      </dgm:t>
    </dgm:pt>
    <dgm:pt modelId="{46E1EAE4-8983-45BF-BD28-E1450DC3E0BD}" type="parTrans" cxnId="{5109BD43-D311-4181-BE7E-706C594546A4}">
      <dgm:prSet/>
      <dgm:spPr/>
      <dgm:t>
        <a:bodyPr/>
        <a:lstStyle/>
        <a:p>
          <a:endParaRPr lang="en-US"/>
        </a:p>
      </dgm:t>
    </dgm:pt>
    <dgm:pt modelId="{10E20A94-AE39-418A-9E60-F32D3CC70BC0}" type="sibTrans" cxnId="{5109BD43-D311-4181-BE7E-706C594546A4}">
      <dgm:prSet/>
      <dgm:spPr/>
      <dgm:t>
        <a:bodyPr/>
        <a:lstStyle/>
        <a:p>
          <a:endParaRPr lang="en-US"/>
        </a:p>
      </dgm:t>
    </dgm:pt>
    <dgm:pt modelId="{71FFB4C4-44D7-4E9E-B469-EFAFAC4A20C2}">
      <dgm:prSet/>
      <dgm:spPr/>
      <dgm:t>
        <a:bodyPr/>
        <a:lstStyle/>
        <a:p>
          <a:r>
            <a:rPr lang="en-IN"/>
            <a:t>Document &amp; Review-1 day</a:t>
          </a:r>
          <a:endParaRPr lang="en-US"/>
        </a:p>
      </dgm:t>
    </dgm:pt>
    <dgm:pt modelId="{61DC39DD-3C08-4142-9B24-6B1B5295CD94}" type="parTrans" cxnId="{579F23C7-578B-42C8-BCFD-4346A032E9F3}">
      <dgm:prSet/>
      <dgm:spPr/>
      <dgm:t>
        <a:bodyPr/>
        <a:lstStyle/>
        <a:p>
          <a:endParaRPr lang="en-US"/>
        </a:p>
      </dgm:t>
    </dgm:pt>
    <dgm:pt modelId="{FC23D253-55DD-40A4-A013-6966D21CC296}" type="sibTrans" cxnId="{579F23C7-578B-42C8-BCFD-4346A032E9F3}">
      <dgm:prSet/>
      <dgm:spPr/>
      <dgm:t>
        <a:bodyPr/>
        <a:lstStyle/>
        <a:p>
          <a:endParaRPr lang="en-US"/>
        </a:p>
      </dgm:t>
    </dgm:pt>
    <dgm:pt modelId="{0C643CF5-6E30-480C-BFEA-89476DF67275}" type="pres">
      <dgm:prSet presAssocID="{9A7F8865-A4C6-4AB9-B652-0404CE41059E}" presName="root" presStyleCnt="0">
        <dgm:presLayoutVars>
          <dgm:dir/>
          <dgm:resizeHandles val="exact"/>
        </dgm:presLayoutVars>
      </dgm:prSet>
      <dgm:spPr/>
    </dgm:pt>
    <dgm:pt modelId="{55684B47-49EA-4255-BD39-364209F4EFF4}" type="pres">
      <dgm:prSet presAssocID="{D0B4E8A5-E999-4FB5-AF4B-4222B5A599A3}" presName="compNode" presStyleCnt="0"/>
      <dgm:spPr/>
    </dgm:pt>
    <dgm:pt modelId="{98C0C3A5-86C0-4C10-97BD-1D4204C53A1E}" type="pres">
      <dgm:prSet presAssocID="{D0B4E8A5-E999-4FB5-AF4B-4222B5A599A3}" presName="bgRect" presStyleLbl="bgShp" presStyleIdx="0" presStyleCnt="5"/>
      <dgm:spPr/>
    </dgm:pt>
    <dgm:pt modelId="{4C3ED17B-A1BC-48F2-8F3E-6F66CA11B5AE}" type="pres">
      <dgm:prSet presAssocID="{D0B4E8A5-E999-4FB5-AF4B-4222B5A599A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FDE33EF-1F41-4ED3-BDB8-0D26B931832A}" type="pres">
      <dgm:prSet presAssocID="{D0B4E8A5-E999-4FB5-AF4B-4222B5A599A3}" presName="spaceRect" presStyleCnt="0"/>
      <dgm:spPr/>
    </dgm:pt>
    <dgm:pt modelId="{487481D7-E94C-4CB2-AD47-0243FD075030}" type="pres">
      <dgm:prSet presAssocID="{D0B4E8A5-E999-4FB5-AF4B-4222B5A599A3}" presName="parTx" presStyleLbl="revTx" presStyleIdx="0" presStyleCnt="5">
        <dgm:presLayoutVars>
          <dgm:chMax val="0"/>
          <dgm:chPref val="0"/>
        </dgm:presLayoutVars>
      </dgm:prSet>
      <dgm:spPr/>
    </dgm:pt>
    <dgm:pt modelId="{507C35A1-3559-4BEE-ACE8-CEE71EC15F3E}" type="pres">
      <dgm:prSet presAssocID="{10D34EA5-C347-46AE-8C9F-22A7859C5E50}" presName="sibTrans" presStyleCnt="0"/>
      <dgm:spPr/>
    </dgm:pt>
    <dgm:pt modelId="{5A9DA4B7-4685-4031-9DC4-3A79972752C1}" type="pres">
      <dgm:prSet presAssocID="{E434D0FC-4824-49FA-8BC7-99C80F9589F9}" presName="compNode" presStyleCnt="0"/>
      <dgm:spPr/>
    </dgm:pt>
    <dgm:pt modelId="{80CDAC7C-69D9-40B2-BA97-8E91FE5D9FAB}" type="pres">
      <dgm:prSet presAssocID="{E434D0FC-4824-49FA-8BC7-99C80F9589F9}" presName="bgRect" presStyleLbl="bgShp" presStyleIdx="1" presStyleCnt="5"/>
      <dgm:spPr/>
    </dgm:pt>
    <dgm:pt modelId="{083E9670-3831-4491-8E6B-71FBE589601E}" type="pres">
      <dgm:prSet presAssocID="{E434D0FC-4824-49FA-8BC7-99C80F9589F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82F43E8-7AEF-4AB7-AEAE-FF482D6CC772}" type="pres">
      <dgm:prSet presAssocID="{E434D0FC-4824-49FA-8BC7-99C80F9589F9}" presName="spaceRect" presStyleCnt="0"/>
      <dgm:spPr/>
    </dgm:pt>
    <dgm:pt modelId="{F584D60B-5189-47E4-85ED-60191286FF09}" type="pres">
      <dgm:prSet presAssocID="{E434D0FC-4824-49FA-8BC7-99C80F9589F9}" presName="parTx" presStyleLbl="revTx" presStyleIdx="1" presStyleCnt="5">
        <dgm:presLayoutVars>
          <dgm:chMax val="0"/>
          <dgm:chPref val="0"/>
        </dgm:presLayoutVars>
      </dgm:prSet>
      <dgm:spPr/>
    </dgm:pt>
    <dgm:pt modelId="{18567657-FA7A-45C1-A25F-9ED731AB96EA}" type="pres">
      <dgm:prSet presAssocID="{D6CE4078-46EE-4144-A518-BF6C1B4FD82F}" presName="sibTrans" presStyleCnt="0"/>
      <dgm:spPr/>
    </dgm:pt>
    <dgm:pt modelId="{E305DBEC-1DA8-4348-A6A3-ED883A68ACD2}" type="pres">
      <dgm:prSet presAssocID="{358BFF8F-03AC-48AA-9EED-CF5093C46212}" presName="compNode" presStyleCnt="0"/>
      <dgm:spPr/>
    </dgm:pt>
    <dgm:pt modelId="{C5300837-CA7E-4969-87E4-2B61BD2E30A8}" type="pres">
      <dgm:prSet presAssocID="{358BFF8F-03AC-48AA-9EED-CF5093C46212}" presName="bgRect" presStyleLbl="bgShp" presStyleIdx="2" presStyleCnt="5"/>
      <dgm:spPr/>
    </dgm:pt>
    <dgm:pt modelId="{7E8EA6D1-68C8-4574-8A9B-ADC1FDE4ACD9}" type="pres">
      <dgm:prSet presAssocID="{358BFF8F-03AC-48AA-9EED-CF5093C4621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0A2421A-1023-410E-AA88-6D2EFAE023EF}" type="pres">
      <dgm:prSet presAssocID="{358BFF8F-03AC-48AA-9EED-CF5093C46212}" presName="spaceRect" presStyleCnt="0"/>
      <dgm:spPr/>
    </dgm:pt>
    <dgm:pt modelId="{CBF607A3-9582-4BE6-9B1E-FD14E2ECF60D}" type="pres">
      <dgm:prSet presAssocID="{358BFF8F-03AC-48AA-9EED-CF5093C46212}" presName="parTx" presStyleLbl="revTx" presStyleIdx="2" presStyleCnt="5">
        <dgm:presLayoutVars>
          <dgm:chMax val="0"/>
          <dgm:chPref val="0"/>
        </dgm:presLayoutVars>
      </dgm:prSet>
      <dgm:spPr/>
    </dgm:pt>
    <dgm:pt modelId="{90DBD267-48DE-4C17-B5F6-3768E7E92FDC}" type="pres">
      <dgm:prSet presAssocID="{FF04C479-1286-4899-BFD8-77617B5504A7}" presName="sibTrans" presStyleCnt="0"/>
      <dgm:spPr/>
    </dgm:pt>
    <dgm:pt modelId="{8CE9155D-FE2D-4B23-B472-5CED20D72FAC}" type="pres">
      <dgm:prSet presAssocID="{E85721B3-BF4B-4B95-90CC-0C70048B891B}" presName="compNode" presStyleCnt="0"/>
      <dgm:spPr/>
    </dgm:pt>
    <dgm:pt modelId="{D4EA660A-DB8D-4F11-B0C3-978295593CE0}" type="pres">
      <dgm:prSet presAssocID="{E85721B3-BF4B-4B95-90CC-0C70048B891B}" presName="bgRect" presStyleLbl="bgShp" presStyleIdx="3" presStyleCnt="5"/>
      <dgm:spPr/>
    </dgm:pt>
    <dgm:pt modelId="{C231E2E2-FC1F-4E21-8162-2A7D139791D1}" type="pres">
      <dgm:prSet presAssocID="{E85721B3-BF4B-4B95-90CC-0C70048B891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30201C4-2BB2-4275-B71E-8395FF290DAB}" type="pres">
      <dgm:prSet presAssocID="{E85721B3-BF4B-4B95-90CC-0C70048B891B}" presName="spaceRect" presStyleCnt="0"/>
      <dgm:spPr/>
    </dgm:pt>
    <dgm:pt modelId="{B3271B97-CE89-4FEC-826F-336E64EA49B3}" type="pres">
      <dgm:prSet presAssocID="{E85721B3-BF4B-4B95-90CC-0C70048B891B}" presName="parTx" presStyleLbl="revTx" presStyleIdx="3" presStyleCnt="5">
        <dgm:presLayoutVars>
          <dgm:chMax val="0"/>
          <dgm:chPref val="0"/>
        </dgm:presLayoutVars>
      </dgm:prSet>
      <dgm:spPr/>
    </dgm:pt>
    <dgm:pt modelId="{F8F0CCDD-2260-4ACB-90D9-D8063ABE32C2}" type="pres">
      <dgm:prSet presAssocID="{10E20A94-AE39-418A-9E60-F32D3CC70BC0}" presName="sibTrans" presStyleCnt="0"/>
      <dgm:spPr/>
    </dgm:pt>
    <dgm:pt modelId="{B401CFDF-6AE9-4625-8255-76DD14FD4DF8}" type="pres">
      <dgm:prSet presAssocID="{71FFB4C4-44D7-4E9E-B469-EFAFAC4A20C2}" presName="compNode" presStyleCnt="0"/>
      <dgm:spPr/>
    </dgm:pt>
    <dgm:pt modelId="{999ACF1F-FE00-4632-A391-C4180655154D}" type="pres">
      <dgm:prSet presAssocID="{71FFB4C4-44D7-4E9E-B469-EFAFAC4A20C2}" presName="bgRect" presStyleLbl="bgShp" presStyleIdx="4" presStyleCnt="5"/>
      <dgm:spPr/>
    </dgm:pt>
    <dgm:pt modelId="{7644C2CF-9620-4D24-8AFA-B22B28CE0A49}" type="pres">
      <dgm:prSet presAssocID="{71FFB4C4-44D7-4E9E-B469-EFAFAC4A20C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A6F77E4-351C-4C85-BA28-D3462EF6FF90}" type="pres">
      <dgm:prSet presAssocID="{71FFB4C4-44D7-4E9E-B469-EFAFAC4A20C2}" presName="spaceRect" presStyleCnt="0"/>
      <dgm:spPr/>
    </dgm:pt>
    <dgm:pt modelId="{72A75DCA-0007-4451-9D8B-79FF852DD14D}" type="pres">
      <dgm:prSet presAssocID="{71FFB4C4-44D7-4E9E-B469-EFAFAC4A20C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8AF5016-ADCA-47D6-BC93-E31748F7F3F9}" type="presOf" srcId="{D0B4E8A5-E999-4FB5-AF4B-4222B5A599A3}" destId="{487481D7-E94C-4CB2-AD47-0243FD075030}" srcOrd="0" destOrd="0" presId="urn:microsoft.com/office/officeart/2018/2/layout/IconVerticalSolidList"/>
    <dgm:cxn modelId="{950CED1A-E285-466A-A342-6F23D1C5803B}" type="presOf" srcId="{E434D0FC-4824-49FA-8BC7-99C80F9589F9}" destId="{F584D60B-5189-47E4-85ED-60191286FF09}" srcOrd="0" destOrd="0" presId="urn:microsoft.com/office/officeart/2018/2/layout/IconVerticalSolidList"/>
    <dgm:cxn modelId="{5109BD43-D311-4181-BE7E-706C594546A4}" srcId="{9A7F8865-A4C6-4AB9-B652-0404CE41059E}" destId="{E85721B3-BF4B-4B95-90CC-0C70048B891B}" srcOrd="3" destOrd="0" parTransId="{46E1EAE4-8983-45BF-BD28-E1450DC3E0BD}" sibTransId="{10E20A94-AE39-418A-9E60-F32D3CC70BC0}"/>
    <dgm:cxn modelId="{2BD9FC72-C830-48B8-93DF-7FF76F786830}" type="presOf" srcId="{E85721B3-BF4B-4B95-90CC-0C70048B891B}" destId="{B3271B97-CE89-4FEC-826F-336E64EA49B3}" srcOrd="0" destOrd="0" presId="urn:microsoft.com/office/officeart/2018/2/layout/IconVerticalSolidList"/>
    <dgm:cxn modelId="{9002518A-A365-4A3C-815A-528EA4A348F5}" type="presOf" srcId="{358BFF8F-03AC-48AA-9EED-CF5093C46212}" destId="{CBF607A3-9582-4BE6-9B1E-FD14E2ECF60D}" srcOrd="0" destOrd="0" presId="urn:microsoft.com/office/officeart/2018/2/layout/IconVerticalSolidList"/>
    <dgm:cxn modelId="{20F073A2-F6DC-4B85-B570-2418DDCD34BC}" srcId="{9A7F8865-A4C6-4AB9-B652-0404CE41059E}" destId="{E434D0FC-4824-49FA-8BC7-99C80F9589F9}" srcOrd="1" destOrd="0" parTransId="{B6FA2582-1FFA-4C0D-85BC-20E28B708AEA}" sibTransId="{D6CE4078-46EE-4144-A518-BF6C1B4FD82F}"/>
    <dgm:cxn modelId="{0C8592A5-9AA8-4B13-8354-61D24034233F}" type="presOf" srcId="{9A7F8865-A4C6-4AB9-B652-0404CE41059E}" destId="{0C643CF5-6E30-480C-BFEA-89476DF67275}" srcOrd="0" destOrd="0" presId="urn:microsoft.com/office/officeart/2018/2/layout/IconVerticalSolidList"/>
    <dgm:cxn modelId="{579F23C7-578B-42C8-BCFD-4346A032E9F3}" srcId="{9A7F8865-A4C6-4AB9-B652-0404CE41059E}" destId="{71FFB4C4-44D7-4E9E-B469-EFAFAC4A20C2}" srcOrd="4" destOrd="0" parTransId="{61DC39DD-3C08-4142-9B24-6B1B5295CD94}" sibTransId="{FC23D253-55DD-40A4-A013-6966D21CC296}"/>
    <dgm:cxn modelId="{978EDCCD-328C-4BF4-A793-B659E33EE1CD}" srcId="{9A7F8865-A4C6-4AB9-B652-0404CE41059E}" destId="{D0B4E8A5-E999-4FB5-AF4B-4222B5A599A3}" srcOrd="0" destOrd="0" parTransId="{E98CADB4-C74C-417E-8E2C-FD3D7774A76F}" sibTransId="{10D34EA5-C347-46AE-8C9F-22A7859C5E50}"/>
    <dgm:cxn modelId="{E4FD2BCE-0D6F-425A-8E69-8E14536B3631}" srcId="{9A7F8865-A4C6-4AB9-B652-0404CE41059E}" destId="{358BFF8F-03AC-48AA-9EED-CF5093C46212}" srcOrd="2" destOrd="0" parTransId="{4FFFFD98-5C28-4175-9204-502AF60B50AB}" sibTransId="{FF04C479-1286-4899-BFD8-77617B5504A7}"/>
    <dgm:cxn modelId="{21CDE5FA-FB5A-40BE-A390-384247F3E5F0}" type="presOf" srcId="{71FFB4C4-44D7-4E9E-B469-EFAFAC4A20C2}" destId="{72A75DCA-0007-4451-9D8B-79FF852DD14D}" srcOrd="0" destOrd="0" presId="urn:microsoft.com/office/officeart/2018/2/layout/IconVerticalSolidList"/>
    <dgm:cxn modelId="{8BD64227-E98C-4148-9A2B-FFDBF9A15143}" type="presParOf" srcId="{0C643CF5-6E30-480C-BFEA-89476DF67275}" destId="{55684B47-49EA-4255-BD39-364209F4EFF4}" srcOrd="0" destOrd="0" presId="urn:microsoft.com/office/officeart/2018/2/layout/IconVerticalSolidList"/>
    <dgm:cxn modelId="{9F6D0F8F-075D-4B4C-BE8E-EA0D2FDB03EB}" type="presParOf" srcId="{55684B47-49EA-4255-BD39-364209F4EFF4}" destId="{98C0C3A5-86C0-4C10-97BD-1D4204C53A1E}" srcOrd="0" destOrd="0" presId="urn:microsoft.com/office/officeart/2018/2/layout/IconVerticalSolidList"/>
    <dgm:cxn modelId="{9C48B3F7-6304-49D3-9E41-46E399721C2D}" type="presParOf" srcId="{55684B47-49EA-4255-BD39-364209F4EFF4}" destId="{4C3ED17B-A1BC-48F2-8F3E-6F66CA11B5AE}" srcOrd="1" destOrd="0" presId="urn:microsoft.com/office/officeart/2018/2/layout/IconVerticalSolidList"/>
    <dgm:cxn modelId="{474E30BF-39B4-4A63-9C6F-CF5DDC924805}" type="presParOf" srcId="{55684B47-49EA-4255-BD39-364209F4EFF4}" destId="{EFDE33EF-1F41-4ED3-BDB8-0D26B931832A}" srcOrd="2" destOrd="0" presId="urn:microsoft.com/office/officeart/2018/2/layout/IconVerticalSolidList"/>
    <dgm:cxn modelId="{164099EC-309B-4B0B-999C-A74AC03E750F}" type="presParOf" srcId="{55684B47-49EA-4255-BD39-364209F4EFF4}" destId="{487481D7-E94C-4CB2-AD47-0243FD075030}" srcOrd="3" destOrd="0" presId="urn:microsoft.com/office/officeart/2018/2/layout/IconVerticalSolidList"/>
    <dgm:cxn modelId="{BABF3666-8852-44CD-97EB-26CF75D6EE1F}" type="presParOf" srcId="{0C643CF5-6E30-480C-BFEA-89476DF67275}" destId="{507C35A1-3559-4BEE-ACE8-CEE71EC15F3E}" srcOrd="1" destOrd="0" presId="urn:microsoft.com/office/officeart/2018/2/layout/IconVerticalSolidList"/>
    <dgm:cxn modelId="{68F0D7FD-5EA7-4791-AF9A-BD10306B5160}" type="presParOf" srcId="{0C643CF5-6E30-480C-BFEA-89476DF67275}" destId="{5A9DA4B7-4685-4031-9DC4-3A79972752C1}" srcOrd="2" destOrd="0" presId="urn:microsoft.com/office/officeart/2018/2/layout/IconVerticalSolidList"/>
    <dgm:cxn modelId="{83D1A3A9-18CF-4508-AE0F-10604467B032}" type="presParOf" srcId="{5A9DA4B7-4685-4031-9DC4-3A79972752C1}" destId="{80CDAC7C-69D9-40B2-BA97-8E91FE5D9FAB}" srcOrd="0" destOrd="0" presId="urn:microsoft.com/office/officeart/2018/2/layout/IconVerticalSolidList"/>
    <dgm:cxn modelId="{DC0CEACC-86C9-4CEC-B0C3-436EEAA6F3EF}" type="presParOf" srcId="{5A9DA4B7-4685-4031-9DC4-3A79972752C1}" destId="{083E9670-3831-4491-8E6B-71FBE589601E}" srcOrd="1" destOrd="0" presId="urn:microsoft.com/office/officeart/2018/2/layout/IconVerticalSolidList"/>
    <dgm:cxn modelId="{E310F575-5754-4058-8737-DA577AEDA065}" type="presParOf" srcId="{5A9DA4B7-4685-4031-9DC4-3A79972752C1}" destId="{782F43E8-7AEF-4AB7-AEAE-FF482D6CC772}" srcOrd="2" destOrd="0" presId="urn:microsoft.com/office/officeart/2018/2/layout/IconVerticalSolidList"/>
    <dgm:cxn modelId="{A8C235DD-155A-4F58-A09D-BED9B2DA6DA7}" type="presParOf" srcId="{5A9DA4B7-4685-4031-9DC4-3A79972752C1}" destId="{F584D60B-5189-47E4-85ED-60191286FF09}" srcOrd="3" destOrd="0" presId="urn:microsoft.com/office/officeart/2018/2/layout/IconVerticalSolidList"/>
    <dgm:cxn modelId="{232E59C6-89EE-4E36-968E-D22D30F128B0}" type="presParOf" srcId="{0C643CF5-6E30-480C-BFEA-89476DF67275}" destId="{18567657-FA7A-45C1-A25F-9ED731AB96EA}" srcOrd="3" destOrd="0" presId="urn:microsoft.com/office/officeart/2018/2/layout/IconVerticalSolidList"/>
    <dgm:cxn modelId="{3DFC3568-1CBC-42C9-881C-E50F0453733C}" type="presParOf" srcId="{0C643CF5-6E30-480C-BFEA-89476DF67275}" destId="{E305DBEC-1DA8-4348-A6A3-ED883A68ACD2}" srcOrd="4" destOrd="0" presId="urn:microsoft.com/office/officeart/2018/2/layout/IconVerticalSolidList"/>
    <dgm:cxn modelId="{1841273B-913D-4853-AAE2-7393427BB959}" type="presParOf" srcId="{E305DBEC-1DA8-4348-A6A3-ED883A68ACD2}" destId="{C5300837-CA7E-4969-87E4-2B61BD2E30A8}" srcOrd="0" destOrd="0" presId="urn:microsoft.com/office/officeart/2018/2/layout/IconVerticalSolidList"/>
    <dgm:cxn modelId="{DAB3A552-BDC8-442A-9AA9-6F5CA413D439}" type="presParOf" srcId="{E305DBEC-1DA8-4348-A6A3-ED883A68ACD2}" destId="{7E8EA6D1-68C8-4574-8A9B-ADC1FDE4ACD9}" srcOrd="1" destOrd="0" presId="urn:microsoft.com/office/officeart/2018/2/layout/IconVerticalSolidList"/>
    <dgm:cxn modelId="{3C96591C-052F-4C7D-8AB2-D630292B6004}" type="presParOf" srcId="{E305DBEC-1DA8-4348-A6A3-ED883A68ACD2}" destId="{10A2421A-1023-410E-AA88-6D2EFAE023EF}" srcOrd="2" destOrd="0" presId="urn:microsoft.com/office/officeart/2018/2/layout/IconVerticalSolidList"/>
    <dgm:cxn modelId="{53E66C1D-1A83-4DE6-A57B-6AC9F0AC4F9B}" type="presParOf" srcId="{E305DBEC-1DA8-4348-A6A3-ED883A68ACD2}" destId="{CBF607A3-9582-4BE6-9B1E-FD14E2ECF60D}" srcOrd="3" destOrd="0" presId="urn:microsoft.com/office/officeart/2018/2/layout/IconVerticalSolidList"/>
    <dgm:cxn modelId="{D22522C1-E260-49CA-ACBE-746DDB9E49A9}" type="presParOf" srcId="{0C643CF5-6E30-480C-BFEA-89476DF67275}" destId="{90DBD267-48DE-4C17-B5F6-3768E7E92FDC}" srcOrd="5" destOrd="0" presId="urn:microsoft.com/office/officeart/2018/2/layout/IconVerticalSolidList"/>
    <dgm:cxn modelId="{F84CD02C-9AC3-4F71-9E3D-A9505B771BCF}" type="presParOf" srcId="{0C643CF5-6E30-480C-BFEA-89476DF67275}" destId="{8CE9155D-FE2D-4B23-B472-5CED20D72FAC}" srcOrd="6" destOrd="0" presId="urn:microsoft.com/office/officeart/2018/2/layout/IconVerticalSolidList"/>
    <dgm:cxn modelId="{0EA03A6C-4ED0-4E5B-A2F6-D2D22A462B28}" type="presParOf" srcId="{8CE9155D-FE2D-4B23-B472-5CED20D72FAC}" destId="{D4EA660A-DB8D-4F11-B0C3-978295593CE0}" srcOrd="0" destOrd="0" presId="urn:microsoft.com/office/officeart/2018/2/layout/IconVerticalSolidList"/>
    <dgm:cxn modelId="{BA0C3F20-A867-4CB1-9EEA-EF90BF6BC126}" type="presParOf" srcId="{8CE9155D-FE2D-4B23-B472-5CED20D72FAC}" destId="{C231E2E2-FC1F-4E21-8162-2A7D139791D1}" srcOrd="1" destOrd="0" presId="urn:microsoft.com/office/officeart/2018/2/layout/IconVerticalSolidList"/>
    <dgm:cxn modelId="{42A3B578-2D8D-4FA7-B3EF-890C7DD9FD63}" type="presParOf" srcId="{8CE9155D-FE2D-4B23-B472-5CED20D72FAC}" destId="{C30201C4-2BB2-4275-B71E-8395FF290DAB}" srcOrd="2" destOrd="0" presId="urn:microsoft.com/office/officeart/2018/2/layout/IconVerticalSolidList"/>
    <dgm:cxn modelId="{9935A425-7DE0-4E8C-B174-64CA3C39AFC5}" type="presParOf" srcId="{8CE9155D-FE2D-4B23-B472-5CED20D72FAC}" destId="{B3271B97-CE89-4FEC-826F-336E64EA49B3}" srcOrd="3" destOrd="0" presId="urn:microsoft.com/office/officeart/2018/2/layout/IconVerticalSolidList"/>
    <dgm:cxn modelId="{F6D22175-0EB9-4952-A11A-3B3D048CAB03}" type="presParOf" srcId="{0C643CF5-6E30-480C-BFEA-89476DF67275}" destId="{F8F0CCDD-2260-4ACB-90D9-D8063ABE32C2}" srcOrd="7" destOrd="0" presId="urn:microsoft.com/office/officeart/2018/2/layout/IconVerticalSolidList"/>
    <dgm:cxn modelId="{7B9E64DA-0A16-46A3-A866-0295B3044393}" type="presParOf" srcId="{0C643CF5-6E30-480C-BFEA-89476DF67275}" destId="{B401CFDF-6AE9-4625-8255-76DD14FD4DF8}" srcOrd="8" destOrd="0" presId="urn:microsoft.com/office/officeart/2018/2/layout/IconVerticalSolidList"/>
    <dgm:cxn modelId="{DFBCBC35-6F5E-417E-BF99-0A6E32E3A83C}" type="presParOf" srcId="{B401CFDF-6AE9-4625-8255-76DD14FD4DF8}" destId="{999ACF1F-FE00-4632-A391-C4180655154D}" srcOrd="0" destOrd="0" presId="urn:microsoft.com/office/officeart/2018/2/layout/IconVerticalSolidList"/>
    <dgm:cxn modelId="{859967BD-701C-48D1-82EC-BF8FBCA5276B}" type="presParOf" srcId="{B401CFDF-6AE9-4625-8255-76DD14FD4DF8}" destId="{7644C2CF-9620-4D24-8AFA-B22B28CE0A49}" srcOrd="1" destOrd="0" presId="urn:microsoft.com/office/officeart/2018/2/layout/IconVerticalSolidList"/>
    <dgm:cxn modelId="{E6294B1F-B560-4BD9-B07C-30840B43889E}" type="presParOf" srcId="{B401CFDF-6AE9-4625-8255-76DD14FD4DF8}" destId="{6A6F77E4-351C-4C85-BA28-D3462EF6FF90}" srcOrd="2" destOrd="0" presId="urn:microsoft.com/office/officeart/2018/2/layout/IconVerticalSolidList"/>
    <dgm:cxn modelId="{8A8BC8D2-338C-4063-90D4-1D1C1A716506}" type="presParOf" srcId="{B401CFDF-6AE9-4625-8255-76DD14FD4DF8}" destId="{72A75DCA-0007-4451-9D8B-79FF852DD1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73EB303-1BED-4EE2-9462-D063242E89E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73AFE8-052E-47EF-B2EB-898C680E1E54}">
      <dgm:prSet/>
      <dgm:spPr/>
      <dgm:t>
        <a:bodyPr/>
        <a:lstStyle/>
        <a:p>
          <a:r>
            <a:rPr lang="en-US" b="1" i="0" baseline="0"/>
            <a:t>Object-Oriented Design:</a:t>
          </a:r>
          <a:endParaRPr lang="en-US"/>
        </a:p>
      </dgm:t>
    </dgm:pt>
    <dgm:pt modelId="{C39361C7-5FA5-4484-B358-3466175D3643}" type="parTrans" cxnId="{FC0779E5-4359-4A8D-90A4-2AD78A13524A}">
      <dgm:prSet/>
      <dgm:spPr/>
      <dgm:t>
        <a:bodyPr/>
        <a:lstStyle/>
        <a:p>
          <a:endParaRPr lang="en-US"/>
        </a:p>
      </dgm:t>
    </dgm:pt>
    <dgm:pt modelId="{21A1C8EB-82DA-4B27-B13D-0AA56F2A0B03}" type="sibTrans" cxnId="{FC0779E5-4359-4A8D-90A4-2AD78A13524A}">
      <dgm:prSet/>
      <dgm:spPr/>
      <dgm:t>
        <a:bodyPr/>
        <a:lstStyle/>
        <a:p>
          <a:endParaRPr lang="en-US"/>
        </a:p>
      </dgm:t>
    </dgm:pt>
    <dgm:pt modelId="{2D0EE148-A0AB-4B37-8F24-E80604FEED74}">
      <dgm:prSet/>
      <dgm:spPr/>
      <dgm:t>
        <a:bodyPr/>
        <a:lstStyle/>
        <a:p>
          <a:r>
            <a:rPr lang="en-US" b="0" i="0" baseline="0"/>
            <a:t>Real-world entities modeled as classes (Members, Plans).</a:t>
          </a:r>
          <a:endParaRPr lang="en-US"/>
        </a:p>
      </dgm:t>
    </dgm:pt>
    <dgm:pt modelId="{E49C6B57-3B8B-496C-931B-90B13CBB0F1B}" type="parTrans" cxnId="{1BF96EE6-FEF9-4182-8E17-46F03FE50A6B}">
      <dgm:prSet/>
      <dgm:spPr/>
      <dgm:t>
        <a:bodyPr/>
        <a:lstStyle/>
        <a:p>
          <a:endParaRPr lang="en-US"/>
        </a:p>
      </dgm:t>
    </dgm:pt>
    <dgm:pt modelId="{7894FE3C-79F5-4EFF-BF85-0FF9597805A3}" type="sibTrans" cxnId="{1BF96EE6-FEF9-4182-8E17-46F03FE50A6B}">
      <dgm:prSet/>
      <dgm:spPr/>
      <dgm:t>
        <a:bodyPr/>
        <a:lstStyle/>
        <a:p>
          <a:endParaRPr lang="en-US"/>
        </a:p>
      </dgm:t>
    </dgm:pt>
    <dgm:pt modelId="{6AEBB202-7665-4416-9B7E-D7F13FEE7C63}">
      <dgm:prSet/>
      <dgm:spPr/>
      <dgm:t>
        <a:bodyPr/>
        <a:lstStyle/>
        <a:p>
          <a:r>
            <a:rPr lang="en-US" b="1" i="0" baseline="0"/>
            <a:t>Modular Programming:</a:t>
          </a:r>
          <a:r>
            <a:rPr lang="en-US" b="0" i="0" baseline="0"/>
            <a:t> </a:t>
          </a:r>
          <a:endParaRPr lang="en-US"/>
        </a:p>
      </dgm:t>
    </dgm:pt>
    <dgm:pt modelId="{186717FA-B8B7-4CCB-9DB4-18E7A5E7B98A}" type="parTrans" cxnId="{910B29AC-665A-445F-B227-E01D7607B8E9}">
      <dgm:prSet/>
      <dgm:spPr/>
      <dgm:t>
        <a:bodyPr/>
        <a:lstStyle/>
        <a:p>
          <a:endParaRPr lang="en-US"/>
        </a:p>
      </dgm:t>
    </dgm:pt>
    <dgm:pt modelId="{E7A3260B-CAC7-44C2-998D-3C5C609E2C0A}" type="sibTrans" cxnId="{910B29AC-665A-445F-B227-E01D7607B8E9}">
      <dgm:prSet/>
      <dgm:spPr/>
      <dgm:t>
        <a:bodyPr/>
        <a:lstStyle/>
        <a:p>
          <a:endParaRPr lang="en-US"/>
        </a:p>
      </dgm:t>
    </dgm:pt>
    <dgm:pt modelId="{4801A464-C10D-471F-8078-39C8E2BB9E7E}">
      <dgm:prSet/>
      <dgm:spPr/>
      <dgm:t>
        <a:bodyPr/>
        <a:lstStyle/>
        <a:p>
          <a:r>
            <a:rPr lang="en-US" b="0" i="0" baseline="0"/>
            <a:t>Clear separation of DAO, Entity, and Service layers.</a:t>
          </a:r>
          <a:endParaRPr lang="en-US"/>
        </a:p>
      </dgm:t>
    </dgm:pt>
    <dgm:pt modelId="{425F80A9-594D-4A78-A96D-8DEED022B5E6}" type="parTrans" cxnId="{2CF50C8E-6E6F-4C0D-A1D1-8748BD4F110B}">
      <dgm:prSet/>
      <dgm:spPr/>
      <dgm:t>
        <a:bodyPr/>
        <a:lstStyle/>
        <a:p>
          <a:endParaRPr lang="en-US"/>
        </a:p>
      </dgm:t>
    </dgm:pt>
    <dgm:pt modelId="{8A65014A-0B3B-42A8-8872-F6159048F6C0}" type="sibTrans" cxnId="{2CF50C8E-6E6F-4C0D-A1D1-8748BD4F110B}">
      <dgm:prSet/>
      <dgm:spPr/>
      <dgm:t>
        <a:bodyPr/>
        <a:lstStyle/>
        <a:p>
          <a:endParaRPr lang="en-US"/>
        </a:p>
      </dgm:t>
    </dgm:pt>
    <dgm:pt modelId="{F5A00E5F-167C-4550-8148-0C10308D6BBB}">
      <dgm:prSet/>
      <dgm:spPr/>
      <dgm:t>
        <a:bodyPr/>
        <a:lstStyle/>
        <a:p>
          <a:r>
            <a:rPr lang="en-US" b="1" i="0" baseline="0"/>
            <a:t>Data Management:</a:t>
          </a:r>
          <a:r>
            <a:rPr lang="en-US" b="0" i="0" baseline="0"/>
            <a:t> </a:t>
          </a:r>
          <a:endParaRPr lang="en-US"/>
        </a:p>
      </dgm:t>
    </dgm:pt>
    <dgm:pt modelId="{4E1FC19E-590B-4DF5-8332-83C35A7EECAF}" type="parTrans" cxnId="{D5DB3722-5ED3-424E-9CB9-593FC20B5517}">
      <dgm:prSet/>
      <dgm:spPr/>
      <dgm:t>
        <a:bodyPr/>
        <a:lstStyle/>
        <a:p>
          <a:endParaRPr lang="en-US"/>
        </a:p>
      </dgm:t>
    </dgm:pt>
    <dgm:pt modelId="{050230D1-8363-4FAD-BB27-6A1ECD4A581A}" type="sibTrans" cxnId="{D5DB3722-5ED3-424E-9CB9-593FC20B5517}">
      <dgm:prSet/>
      <dgm:spPr/>
      <dgm:t>
        <a:bodyPr/>
        <a:lstStyle/>
        <a:p>
          <a:endParaRPr lang="en-US"/>
        </a:p>
      </dgm:t>
    </dgm:pt>
    <dgm:pt modelId="{3667BF71-CABF-446C-AB6E-F1BA534615A0}">
      <dgm:prSet/>
      <dgm:spPr/>
      <dgm:t>
        <a:bodyPr/>
        <a:lstStyle/>
        <a:p>
          <a:r>
            <a:rPr lang="en-US" b="0" i="0" baseline="0"/>
            <a:t>Use of HashMap for quick access and modification.</a:t>
          </a:r>
          <a:endParaRPr lang="en-US"/>
        </a:p>
      </dgm:t>
    </dgm:pt>
    <dgm:pt modelId="{654B8074-570C-4C8D-888D-46FE5FB995AC}" type="parTrans" cxnId="{7D768BD2-89C7-4BA3-A26A-25526F9E97AB}">
      <dgm:prSet/>
      <dgm:spPr/>
      <dgm:t>
        <a:bodyPr/>
        <a:lstStyle/>
        <a:p>
          <a:endParaRPr lang="en-US"/>
        </a:p>
      </dgm:t>
    </dgm:pt>
    <dgm:pt modelId="{5414E508-4422-4143-9FF5-1E3B8E3AC0DF}" type="sibTrans" cxnId="{7D768BD2-89C7-4BA3-A26A-25526F9E97AB}">
      <dgm:prSet/>
      <dgm:spPr/>
      <dgm:t>
        <a:bodyPr/>
        <a:lstStyle/>
        <a:p>
          <a:endParaRPr lang="en-US"/>
        </a:p>
      </dgm:t>
    </dgm:pt>
    <dgm:pt modelId="{CACE22F3-9C49-48DB-9FED-176ADB5B8B6C}">
      <dgm:prSet/>
      <dgm:spPr/>
      <dgm:t>
        <a:bodyPr/>
        <a:lstStyle/>
        <a:p>
          <a:r>
            <a:rPr lang="en-US" b="1" i="0" baseline="0"/>
            <a:t>Validation</a:t>
          </a:r>
          <a:endParaRPr lang="en-US"/>
        </a:p>
      </dgm:t>
    </dgm:pt>
    <dgm:pt modelId="{2598A8E7-1B27-46BC-BDAB-2A593F1C11A7}" type="parTrans" cxnId="{F968D30B-F19B-4E82-8097-AE03B95960B2}">
      <dgm:prSet/>
      <dgm:spPr/>
      <dgm:t>
        <a:bodyPr/>
        <a:lstStyle/>
        <a:p>
          <a:endParaRPr lang="en-US"/>
        </a:p>
      </dgm:t>
    </dgm:pt>
    <dgm:pt modelId="{817AD4A5-1EC0-4187-ABAF-31481AA2EB7E}" type="sibTrans" cxnId="{F968D30B-F19B-4E82-8097-AE03B95960B2}">
      <dgm:prSet/>
      <dgm:spPr/>
      <dgm:t>
        <a:bodyPr/>
        <a:lstStyle/>
        <a:p>
          <a:endParaRPr lang="en-US"/>
        </a:p>
      </dgm:t>
    </dgm:pt>
    <dgm:pt modelId="{EBB0559E-EAFD-428A-8CE9-7557099775A5}">
      <dgm:prSet/>
      <dgm:spPr/>
      <dgm:t>
        <a:bodyPr/>
        <a:lstStyle/>
        <a:p>
          <a:r>
            <a:rPr lang="en-US" b="0" i="0" baseline="0"/>
            <a:t>Input checked for correctness to avoid runtime errors.</a:t>
          </a:r>
          <a:endParaRPr lang="en-US"/>
        </a:p>
      </dgm:t>
    </dgm:pt>
    <dgm:pt modelId="{13DDD60D-4F0A-41D0-8876-273213F9A3D2}" type="parTrans" cxnId="{21D30404-61F6-4188-8AA0-5370DCFF1AB2}">
      <dgm:prSet/>
      <dgm:spPr/>
      <dgm:t>
        <a:bodyPr/>
        <a:lstStyle/>
        <a:p>
          <a:endParaRPr lang="en-US"/>
        </a:p>
      </dgm:t>
    </dgm:pt>
    <dgm:pt modelId="{54804116-6D57-4281-BC63-BFF5D1F22A5E}" type="sibTrans" cxnId="{21D30404-61F6-4188-8AA0-5370DCFF1AB2}">
      <dgm:prSet/>
      <dgm:spPr/>
      <dgm:t>
        <a:bodyPr/>
        <a:lstStyle/>
        <a:p>
          <a:endParaRPr lang="en-US"/>
        </a:p>
      </dgm:t>
    </dgm:pt>
    <dgm:pt modelId="{6143813D-387B-4219-B49E-7D0CBA67DE56}">
      <dgm:prSet/>
      <dgm:spPr/>
      <dgm:t>
        <a:bodyPr/>
        <a:lstStyle/>
        <a:p>
          <a:r>
            <a:rPr lang="en-US" b="1" i="0" baseline="0"/>
            <a:t>Menu-driven Interaction</a:t>
          </a:r>
          <a:endParaRPr lang="en-US"/>
        </a:p>
      </dgm:t>
    </dgm:pt>
    <dgm:pt modelId="{1D5A326A-37F1-4C83-8652-8FE0BDF9F2FD}" type="parTrans" cxnId="{FF77F3CA-1778-46DA-BEC2-1F2764B33688}">
      <dgm:prSet/>
      <dgm:spPr/>
      <dgm:t>
        <a:bodyPr/>
        <a:lstStyle/>
        <a:p>
          <a:endParaRPr lang="en-US"/>
        </a:p>
      </dgm:t>
    </dgm:pt>
    <dgm:pt modelId="{1F820AA9-0038-4E0B-8266-53A3C20C915A}" type="sibTrans" cxnId="{FF77F3CA-1778-46DA-BEC2-1F2764B33688}">
      <dgm:prSet/>
      <dgm:spPr/>
      <dgm:t>
        <a:bodyPr/>
        <a:lstStyle/>
        <a:p>
          <a:endParaRPr lang="en-US"/>
        </a:p>
      </dgm:t>
    </dgm:pt>
    <dgm:pt modelId="{6032EBE4-ED79-41A9-8C7B-14631D9A5249}">
      <dgm:prSet/>
      <dgm:spPr/>
      <dgm:t>
        <a:bodyPr/>
        <a:lstStyle/>
        <a:p>
          <a:r>
            <a:rPr lang="en-US" b="0" i="0" baseline="0"/>
            <a:t>User-friendly console interface for admin operations.</a:t>
          </a:r>
          <a:endParaRPr lang="en-US"/>
        </a:p>
      </dgm:t>
    </dgm:pt>
    <dgm:pt modelId="{8B832097-49A4-4EEE-A5E0-1CEFFDD4EC9D}" type="parTrans" cxnId="{99C779DB-DFAF-4F2C-BAFA-B086AA1C6085}">
      <dgm:prSet/>
      <dgm:spPr/>
      <dgm:t>
        <a:bodyPr/>
        <a:lstStyle/>
        <a:p>
          <a:endParaRPr lang="en-US"/>
        </a:p>
      </dgm:t>
    </dgm:pt>
    <dgm:pt modelId="{37740547-5956-41A5-BC66-D8B5A21CE467}" type="sibTrans" cxnId="{99C779DB-DFAF-4F2C-BAFA-B086AA1C6085}">
      <dgm:prSet/>
      <dgm:spPr/>
      <dgm:t>
        <a:bodyPr/>
        <a:lstStyle/>
        <a:p>
          <a:endParaRPr lang="en-US"/>
        </a:p>
      </dgm:t>
    </dgm:pt>
    <dgm:pt modelId="{5E7CCEC5-B8D1-483E-AF77-A54774EF6684}" type="pres">
      <dgm:prSet presAssocID="{873EB303-1BED-4EE2-9462-D063242E89EF}" presName="Name0" presStyleCnt="0">
        <dgm:presLayoutVars>
          <dgm:dir/>
          <dgm:resizeHandles val="exact"/>
        </dgm:presLayoutVars>
      </dgm:prSet>
      <dgm:spPr/>
    </dgm:pt>
    <dgm:pt modelId="{4E8CEDAF-C0CE-4396-B802-1B588ECF5B8C}" type="pres">
      <dgm:prSet presAssocID="{1373AFE8-052E-47EF-B2EB-898C680E1E54}" presName="node" presStyleLbl="node1" presStyleIdx="0" presStyleCnt="8">
        <dgm:presLayoutVars>
          <dgm:bulletEnabled val="1"/>
        </dgm:presLayoutVars>
      </dgm:prSet>
      <dgm:spPr/>
    </dgm:pt>
    <dgm:pt modelId="{0F9D9AB2-1A2A-40CC-A92E-BE64D22ACC89}" type="pres">
      <dgm:prSet presAssocID="{21A1C8EB-82DA-4B27-B13D-0AA56F2A0B03}" presName="sibTrans" presStyleLbl="sibTrans1D1" presStyleIdx="0" presStyleCnt="7"/>
      <dgm:spPr/>
    </dgm:pt>
    <dgm:pt modelId="{0A913605-0304-49E3-B24C-CF348F7C376C}" type="pres">
      <dgm:prSet presAssocID="{21A1C8EB-82DA-4B27-B13D-0AA56F2A0B03}" presName="connectorText" presStyleLbl="sibTrans1D1" presStyleIdx="0" presStyleCnt="7"/>
      <dgm:spPr/>
    </dgm:pt>
    <dgm:pt modelId="{403681B4-3D4D-4E19-A67F-F093228499BB}" type="pres">
      <dgm:prSet presAssocID="{2D0EE148-A0AB-4B37-8F24-E80604FEED74}" presName="node" presStyleLbl="node1" presStyleIdx="1" presStyleCnt="8">
        <dgm:presLayoutVars>
          <dgm:bulletEnabled val="1"/>
        </dgm:presLayoutVars>
      </dgm:prSet>
      <dgm:spPr/>
    </dgm:pt>
    <dgm:pt modelId="{56BDB8C0-FA57-4AA7-A805-E883287389B5}" type="pres">
      <dgm:prSet presAssocID="{7894FE3C-79F5-4EFF-BF85-0FF9597805A3}" presName="sibTrans" presStyleLbl="sibTrans1D1" presStyleIdx="1" presStyleCnt="7"/>
      <dgm:spPr/>
    </dgm:pt>
    <dgm:pt modelId="{DC73AED0-B75B-4B74-97DC-B7982DC06BF9}" type="pres">
      <dgm:prSet presAssocID="{7894FE3C-79F5-4EFF-BF85-0FF9597805A3}" presName="connectorText" presStyleLbl="sibTrans1D1" presStyleIdx="1" presStyleCnt="7"/>
      <dgm:spPr/>
    </dgm:pt>
    <dgm:pt modelId="{E3739452-F6E1-4063-BD20-1E691CAB0763}" type="pres">
      <dgm:prSet presAssocID="{6AEBB202-7665-4416-9B7E-D7F13FEE7C63}" presName="node" presStyleLbl="node1" presStyleIdx="2" presStyleCnt="8">
        <dgm:presLayoutVars>
          <dgm:bulletEnabled val="1"/>
        </dgm:presLayoutVars>
      </dgm:prSet>
      <dgm:spPr/>
    </dgm:pt>
    <dgm:pt modelId="{11760B2F-01A0-444F-BD96-6F1143295839}" type="pres">
      <dgm:prSet presAssocID="{E7A3260B-CAC7-44C2-998D-3C5C609E2C0A}" presName="sibTrans" presStyleLbl="sibTrans1D1" presStyleIdx="2" presStyleCnt="7"/>
      <dgm:spPr/>
    </dgm:pt>
    <dgm:pt modelId="{FEA69F78-BDD6-4B71-A6CB-83EC728B505B}" type="pres">
      <dgm:prSet presAssocID="{E7A3260B-CAC7-44C2-998D-3C5C609E2C0A}" presName="connectorText" presStyleLbl="sibTrans1D1" presStyleIdx="2" presStyleCnt="7"/>
      <dgm:spPr/>
    </dgm:pt>
    <dgm:pt modelId="{549D32D8-55E4-400A-B0FD-F8B448998536}" type="pres">
      <dgm:prSet presAssocID="{4801A464-C10D-471F-8078-39C8E2BB9E7E}" presName="node" presStyleLbl="node1" presStyleIdx="3" presStyleCnt="8">
        <dgm:presLayoutVars>
          <dgm:bulletEnabled val="1"/>
        </dgm:presLayoutVars>
      </dgm:prSet>
      <dgm:spPr/>
    </dgm:pt>
    <dgm:pt modelId="{E93AFD94-3758-47EC-8070-AF4C532CCE10}" type="pres">
      <dgm:prSet presAssocID="{8A65014A-0B3B-42A8-8872-F6159048F6C0}" presName="sibTrans" presStyleLbl="sibTrans1D1" presStyleIdx="3" presStyleCnt="7"/>
      <dgm:spPr/>
    </dgm:pt>
    <dgm:pt modelId="{12D2BF41-9EA7-4207-83F4-56E61B2BC0B5}" type="pres">
      <dgm:prSet presAssocID="{8A65014A-0B3B-42A8-8872-F6159048F6C0}" presName="connectorText" presStyleLbl="sibTrans1D1" presStyleIdx="3" presStyleCnt="7"/>
      <dgm:spPr/>
    </dgm:pt>
    <dgm:pt modelId="{C335D085-D4AC-4500-BAE3-F3EFAE5C2B68}" type="pres">
      <dgm:prSet presAssocID="{F5A00E5F-167C-4550-8148-0C10308D6BBB}" presName="node" presStyleLbl="node1" presStyleIdx="4" presStyleCnt="8">
        <dgm:presLayoutVars>
          <dgm:bulletEnabled val="1"/>
        </dgm:presLayoutVars>
      </dgm:prSet>
      <dgm:spPr/>
    </dgm:pt>
    <dgm:pt modelId="{9B3F369C-3215-46D9-94A2-939342EA1904}" type="pres">
      <dgm:prSet presAssocID="{050230D1-8363-4FAD-BB27-6A1ECD4A581A}" presName="sibTrans" presStyleLbl="sibTrans1D1" presStyleIdx="4" presStyleCnt="7"/>
      <dgm:spPr/>
    </dgm:pt>
    <dgm:pt modelId="{8FD69FEB-0F98-46A3-9852-6FFC9B0C5EDB}" type="pres">
      <dgm:prSet presAssocID="{050230D1-8363-4FAD-BB27-6A1ECD4A581A}" presName="connectorText" presStyleLbl="sibTrans1D1" presStyleIdx="4" presStyleCnt="7"/>
      <dgm:spPr/>
    </dgm:pt>
    <dgm:pt modelId="{C998247A-C29D-41FE-821E-6516262A94C4}" type="pres">
      <dgm:prSet presAssocID="{CACE22F3-9C49-48DB-9FED-176ADB5B8B6C}" presName="node" presStyleLbl="node1" presStyleIdx="5" presStyleCnt="8">
        <dgm:presLayoutVars>
          <dgm:bulletEnabled val="1"/>
        </dgm:presLayoutVars>
      </dgm:prSet>
      <dgm:spPr/>
    </dgm:pt>
    <dgm:pt modelId="{72A33D2F-BA83-4275-B303-0487AF273FD1}" type="pres">
      <dgm:prSet presAssocID="{817AD4A5-1EC0-4187-ABAF-31481AA2EB7E}" presName="sibTrans" presStyleLbl="sibTrans1D1" presStyleIdx="5" presStyleCnt="7"/>
      <dgm:spPr/>
    </dgm:pt>
    <dgm:pt modelId="{55E45030-E120-4637-A181-7EE317A53B6D}" type="pres">
      <dgm:prSet presAssocID="{817AD4A5-1EC0-4187-ABAF-31481AA2EB7E}" presName="connectorText" presStyleLbl="sibTrans1D1" presStyleIdx="5" presStyleCnt="7"/>
      <dgm:spPr/>
    </dgm:pt>
    <dgm:pt modelId="{8DEF606C-AE24-4CE7-B106-891630305AAA}" type="pres">
      <dgm:prSet presAssocID="{EBB0559E-EAFD-428A-8CE9-7557099775A5}" presName="node" presStyleLbl="node1" presStyleIdx="6" presStyleCnt="8">
        <dgm:presLayoutVars>
          <dgm:bulletEnabled val="1"/>
        </dgm:presLayoutVars>
      </dgm:prSet>
      <dgm:spPr/>
    </dgm:pt>
    <dgm:pt modelId="{93A6E0FA-CBDA-4F29-B8D2-5D02BC7BEBE8}" type="pres">
      <dgm:prSet presAssocID="{54804116-6D57-4281-BC63-BFF5D1F22A5E}" presName="sibTrans" presStyleLbl="sibTrans1D1" presStyleIdx="6" presStyleCnt="7"/>
      <dgm:spPr/>
    </dgm:pt>
    <dgm:pt modelId="{BEF84260-C000-4463-A641-2173E1665D04}" type="pres">
      <dgm:prSet presAssocID="{54804116-6D57-4281-BC63-BFF5D1F22A5E}" presName="connectorText" presStyleLbl="sibTrans1D1" presStyleIdx="6" presStyleCnt="7"/>
      <dgm:spPr/>
    </dgm:pt>
    <dgm:pt modelId="{A07320B8-E883-4ECF-8BEB-A1746A82F270}" type="pres">
      <dgm:prSet presAssocID="{6143813D-387B-4219-B49E-7D0CBA67DE56}" presName="node" presStyleLbl="node1" presStyleIdx="7" presStyleCnt="8">
        <dgm:presLayoutVars>
          <dgm:bulletEnabled val="1"/>
        </dgm:presLayoutVars>
      </dgm:prSet>
      <dgm:spPr/>
    </dgm:pt>
  </dgm:ptLst>
  <dgm:cxnLst>
    <dgm:cxn modelId="{21D30404-61F6-4188-8AA0-5370DCFF1AB2}" srcId="{873EB303-1BED-4EE2-9462-D063242E89EF}" destId="{EBB0559E-EAFD-428A-8CE9-7557099775A5}" srcOrd="6" destOrd="0" parTransId="{13DDD60D-4F0A-41D0-8876-273213F9A3D2}" sibTransId="{54804116-6D57-4281-BC63-BFF5D1F22A5E}"/>
    <dgm:cxn modelId="{FFFE9C05-284D-454C-9C69-E33C5DEE161C}" type="presOf" srcId="{E7A3260B-CAC7-44C2-998D-3C5C609E2C0A}" destId="{FEA69F78-BDD6-4B71-A6CB-83EC728B505B}" srcOrd="1" destOrd="0" presId="urn:microsoft.com/office/officeart/2016/7/layout/RepeatingBendingProcessNew"/>
    <dgm:cxn modelId="{F968D30B-F19B-4E82-8097-AE03B95960B2}" srcId="{873EB303-1BED-4EE2-9462-D063242E89EF}" destId="{CACE22F3-9C49-48DB-9FED-176ADB5B8B6C}" srcOrd="5" destOrd="0" parTransId="{2598A8E7-1B27-46BC-BDAB-2A593F1C11A7}" sibTransId="{817AD4A5-1EC0-4187-ABAF-31481AA2EB7E}"/>
    <dgm:cxn modelId="{7E899810-EB33-486D-A7FF-4FBD6A9ED7D6}" type="presOf" srcId="{21A1C8EB-82DA-4B27-B13D-0AA56F2A0B03}" destId="{0A913605-0304-49E3-B24C-CF348F7C376C}" srcOrd="1" destOrd="0" presId="urn:microsoft.com/office/officeart/2016/7/layout/RepeatingBendingProcessNew"/>
    <dgm:cxn modelId="{ED97B612-59A3-4150-B43A-77CD676AA5D8}" type="presOf" srcId="{050230D1-8363-4FAD-BB27-6A1ECD4A581A}" destId="{8FD69FEB-0F98-46A3-9852-6FFC9B0C5EDB}" srcOrd="1" destOrd="0" presId="urn:microsoft.com/office/officeart/2016/7/layout/RepeatingBendingProcessNew"/>
    <dgm:cxn modelId="{8F258C21-6940-4E9A-B586-1B35CB8B58D3}" type="presOf" srcId="{8A65014A-0B3B-42A8-8872-F6159048F6C0}" destId="{12D2BF41-9EA7-4207-83F4-56E61B2BC0B5}" srcOrd="1" destOrd="0" presId="urn:microsoft.com/office/officeart/2016/7/layout/RepeatingBendingProcessNew"/>
    <dgm:cxn modelId="{D5DB3722-5ED3-424E-9CB9-593FC20B5517}" srcId="{873EB303-1BED-4EE2-9462-D063242E89EF}" destId="{F5A00E5F-167C-4550-8148-0C10308D6BBB}" srcOrd="4" destOrd="0" parTransId="{4E1FC19E-590B-4DF5-8332-83C35A7EECAF}" sibTransId="{050230D1-8363-4FAD-BB27-6A1ECD4A581A}"/>
    <dgm:cxn modelId="{6D744122-2806-4221-8B27-204ED284F8E5}" type="presOf" srcId="{54804116-6D57-4281-BC63-BFF5D1F22A5E}" destId="{93A6E0FA-CBDA-4F29-B8D2-5D02BC7BEBE8}" srcOrd="0" destOrd="0" presId="urn:microsoft.com/office/officeart/2016/7/layout/RepeatingBendingProcessNew"/>
    <dgm:cxn modelId="{2C2C8C24-6CF5-43A7-A67F-1F25784855FC}" type="presOf" srcId="{54804116-6D57-4281-BC63-BFF5D1F22A5E}" destId="{BEF84260-C000-4463-A641-2173E1665D04}" srcOrd="1" destOrd="0" presId="urn:microsoft.com/office/officeart/2016/7/layout/RepeatingBendingProcessNew"/>
    <dgm:cxn modelId="{AD4B545C-50C6-4A5E-BFE9-DD1C85164914}" type="presOf" srcId="{6AEBB202-7665-4416-9B7E-D7F13FEE7C63}" destId="{E3739452-F6E1-4063-BD20-1E691CAB0763}" srcOrd="0" destOrd="0" presId="urn:microsoft.com/office/officeart/2016/7/layout/RepeatingBendingProcessNew"/>
    <dgm:cxn modelId="{FCD80B45-5CD5-4C2E-8781-A2CFA9E7487D}" type="presOf" srcId="{817AD4A5-1EC0-4187-ABAF-31481AA2EB7E}" destId="{55E45030-E120-4637-A181-7EE317A53B6D}" srcOrd="1" destOrd="0" presId="urn:microsoft.com/office/officeart/2016/7/layout/RepeatingBendingProcessNew"/>
    <dgm:cxn modelId="{5261BD66-1F2D-4FC1-89B6-3059082C22B7}" type="presOf" srcId="{8A65014A-0B3B-42A8-8872-F6159048F6C0}" destId="{E93AFD94-3758-47EC-8070-AF4C532CCE10}" srcOrd="0" destOrd="0" presId="urn:microsoft.com/office/officeart/2016/7/layout/RepeatingBendingProcessNew"/>
    <dgm:cxn modelId="{A92D3A49-ACAF-4AF7-A962-325100D7003C}" type="presOf" srcId="{21A1C8EB-82DA-4B27-B13D-0AA56F2A0B03}" destId="{0F9D9AB2-1A2A-40CC-A92E-BE64D22ACC89}" srcOrd="0" destOrd="0" presId="urn:microsoft.com/office/officeart/2016/7/layout/RepeatingBendingProcessNew"/>
    <dgm:cxn modelId="{41E16573-08B4-4E72-BE2C-CD85EC81DA18}" type="presOf" srcId="{CACE22F3-9C49-48DB-9FED-176ADB5B8B6C}" destId="{C998247A-C29D-41FE-821E-6516262A94C4}" srcOrd="0" destOrd="0" presId="urn:microsoft.com/office/officeart/2016/7/layout/RepeatingBendingProcessNew"/>
    <dgm:cxn modelId="{0422D356-FA94-4D72-B75E-ED9EC23174A3}" type="presOf" srcId="{7894FE3C-79F5-4EFF-BF85-0FF9597805A3}" destId="{56BDB8C0-FA57-4AA7-A805-E883287389B5}" srcOrd="0" destOrd="0" presId="urn:microsoft.com/office/officeart/2016/7/layout/RepeatingBendingProcessNew"/>
    <dgm:cxn modelId="{7AAE6C58-57BB-41F6-A68D-18291C6F31E9}" type="presOf" srcId="{6032EBE4-ED79-41A9-8C7B-14631D9A5249}" destId="{A07320B8-E883-4ECF-8BEB-A1746A82F270}" srcOrd="0" destOrd="1" presId="urn:microsoft.com/office/officeart/2016/7/layout/RepeatingBendingProcessNew"/>
    <dgm:cxn modelId="{B3E9D559-6CA1-4AF8-8860-F287F40F188B}" type="presOf" srcId="{2D0EE148-A0AB-4B37-8F24-E80604FEED74}" destId="{403681B4-3D4D-4E19-A67F-F093228499BB}" srcOrd="0" destOrd="0" presId="urn:microsoft.com/office/officeart/2016/7/layout/RepeatingBendingProcessNew"/>
    <dgm:cxn modelId="{8E6C5C81-E4CB-435F-B7BB-F5A068BE148F}" type="presOf" srcId="{F5A00E5F-167C-4550-8148-0C10308D6BBB}" destId="{C335D085-D4AC-4500-BAE3-F3EFAE5C2B68}" srcOrd="0" destOrd="0" presId="urn:microsoft.com/office/officeart/2016/7/layout/RepeatingBendingProcessNew"/>
    <dgm:cxn modelId="{A1D13684-4FE5-423E-98B3-E6925C117F7C}" type="presOf" srcId="{EBB0559E-EAFD-428A-8CE9-7557099775A5}" destId="{8DEF606C-AE24-4CE7-B106-891630305AAA}" srcOrd="0" destOrd="0" presId="urn:microsoft.com/office/officeart/2016/7/layout/RepeatingBendingProcessNew"/>
    <dgm:cxn modelId="{7B01EE89-01E8-41FD-BB4E-BC06D61F5545}" type="presOf" srcId="{050230D1-8363-4FAD-BB27-6A1ECD4A581A}" destId="{9B3F369C-3215-46D9-94A2-939342EA1904}" srcOrd="0" destOrd="0" presId="urn:microsoft.com/office/officeart/2016/7/layout/RepeatingBendingProcessNew"/>
    <dgm:cxn modelId="{2CF50C8E-6E6F-4C0D-A1D1-8748BD4F110B}" srcId="{873EB303-1BED-4EE2-9462-D063242E89EF}" destId="{4801A464-C10D-471F-8078-39C8E2BB9E7E}" srcOrd="3" destOrd="0" parTransId="{425F80A9-594D-4A78-A96D-8DEED022B5E6}" sibTransId="{8A65014A-0B3B-42A8-8872-F6159048F6C0}"/>
    <dgm:cxn modelId="{C4BA4E99-F070-433C-8677-BE3C2BC24E72}" type="presOf" srcId="{6143813D-387B-4219-B49E-7D0CBA67DE56}" destId="{A07320B8-E883-4ECF-8BEB-A1746A82F270}" srcOrd="0" destOrd="0" presId="urn:microsoft.com/office/officeart/2016/7/layout/RepeatingBendingProcessNew"/>
    <dgm:cxn modelId="{6CA3C59B-650D-45B8-89A9-CDE04FADD8AB}" type="presOf" srcId="{817AD4A5-1EC0-4187-ABAF-31481AA2EB7E}" destId="{72A33D2F-BA83-4275-B303-0487AF273FD1}" srcOrd="0" destOrd="0" presId="urn:microsoft.com/office/officeart/2016/7/layout/RepeatingBendingProcessNew"/>
    <dgm:cxn modelId="{910B29AC-665A-445F-B227-E01D7607B8E9}" srcId="{873EB303-1BED-4EE2-9462-D063242E89EF}" destId="{6AEBB202-7665-4416-9B7E-D7F13FEE7C63}" srcOrd="2" destOrd="0" parTransId="{186717FA-B8B7-4CCB-9DB4-18E7A5E7B98A}" sibTransId="{E7A3260B-CAC7-44C2-998D-3C5C609E2C0A}"/>
    <dgm:cxn modelId="{8BDAB1B7-0EBC-4AC1-AD3E-8221ED968DE3}" type="presOf" srcId="{3667BF71-CABF-446C-AB6E-F1BA534615A0}" destId="{C335D085-D4AC-4500-BAE3-F3EFAE5C2B68}" srcOrd="0" destOrd="1" presId="urn:microsoft.com/office/officeart/2016/7/layout/RepeatingBendingProcessNew"/>
    <dgm:cxn modelId="{164C84BF-6EFC-47AC-8D5B-41723B4A4F20}" type="presOf" srcId="{7894FE3C-79F5-4EFF-BF85-0FF9597805A3}" destId="{DC73AED0-B75B-4B74-97DC-B7982DC06BF9}" srcOrd="1" destOrd="0" presId="urn:microsoft.com/office/officeart/2016/7/layout/RepeatingBendingProcessNew"/>
    <dgm:cxn modelId="{FF77F3CA-1778-46DA-BEC2-1F2764B33688}" srcId="{873EB303-1BED-4EE2-9462-D063242E89EF}" destId="{6143813D-387B-4219-B49E-7D0CBA67DE56}" srcOrd="7" destOrd="0" parTransId="{1D5A326A-37F1-4C83-8652-8FE0BDF9F2FD}" sibTransId="{1F820AA9-0038-4E0B-8266-53A3C20C915A}"/>
    <dgm:cxn modelId="{53CAC4CF-957B-4CDA-A8A8-8F355745610A}" type="presOf" srcId="{873EB303-1BED-4EE2-9462-D063242E89EF}" destId="{5E7CCEC5-B8D1-483E-AF77-A54774EF6684}" srcOrd="0" destOrd="0" presId="urn:microsoft.com/office/officeart/2016/7/layout/RepeatingBendingProcessNew"/>
    <dgm:cxn modelId="{7D768BD2-89C7-4BA3-A26A-25526F9E97AB}" srcId="{F5A00E5F-167C-4550-8148-0C10308D6BBB}" destId="{3667BF71-CABF-446C-AB6E-F1BA534615A0}" srcOrd="0" destOrd="0" parTransId="{654B8074-570C-4C8D-888D-46FE5FB995AC}" sibTransId="{5414E508-4422-4143-9FF5-1E3B8E3AC0DF}"/>
    <dgm:cxn modelId="{99C779DB-DFAF-4F2C-BAFA-B086AA1C6085}" srcId="{6143813D-387B-4219-B49E-7D0CBA67DE56}" destId="{6032EBE4-ED79-41A9-8C7B-14631D9A5249}" srcOrd="0" destOrd="0" parTransId="{8B832097-49A4-4EEE-A5E0-1CEFFDD4EC9D}" sibTransId="{37740547-5956-41A5-BC66-D8B5A21CE467}"/>
    <dgm:cxn modelId="{5FDBE5E1-700E-4E72-9024-022119CA6302}" type="presOf" srcId="{E7A3260B-CAC7-44C2-998D-3C5C609E2C0A}" destId="{11760B2F-01A0-444F-BD96-6F1143295839}" srcOrd="0" destOrd="0" presId="urn:microsoft.com/office/officeart/2016/7/layout/RepeatingBendingProcessNew"/>
    <dgm:cxn modelId="{FC0779E5-4359-4A8D-90A4-2AD78A13524A}" srcId="{873EB303-1BED-4EE2-9462-D063242E89EF}" destId="{1373AFE8-052E-47EF-B2EB-898C680E1E54}" srcOrd="0" destOrd="0" parTransId="{C39361C7-5FA5-4484-B358-3466175D3643}" sibTransId="{21A1C8EB-82DA-4B27-B13D-0AA56F2A0B03}"/>
    <dgm:cxn modelId="{1BF96EE6-FEF9-4182-8E17-46F03FE50A6B}" srcId="{873EB303-1BED-4EE2-9462-D063242E89EF}" destId="{2D0EE148-A0AB-4B37-8F24-E80604FEED74}" srcOrd="1" destOrd="0" parTransId="{E49C6B57-3B8B-496C-931B-90B13CBB0F1B}" sibTransId="{7894FE3C-79F5-4EFF-BF85-0FF9597805A3}"/>
    <dgm:cxn modelId="{6BDAA1F4-5191-4EE2-90F7-0402FA26EB93}" type="presOf" srcId="{4801A464-C10D-471F-8078-39C8E2BB9E7E}" destId="{549D32D8-55E4-400A-B0FD-F8B448998536}" srcOrd="0" destOrd="0" presId="urn:microsoft.com/office/officeart/2016/7/layout/RepeatingBendingProcessNew"/>
    <dgm:cxn modelId="{F377B4FB-8BF5-4170-84E3-A1F2F550CD4A}" type="presOf" srcId="{1373AFE8-052E-47EF-B2EB-898C680E1E54}" destId="{4E8CEDAF-C0CE-4396-B802-1B588ECF5B8C}" srcOrd="0" destOrd="0" presId="urn:microsoft.com/office/officeart/2016/7/layout/RepeatingBendingProcessNew"/>
    <dgm:cxn modelId="{59ECFDA5-F4AC-4216-80B3-D64AC54014E8}" type="presParOf" srcId="{5E7CCEC5-B8D1-483E-AF77-A54774EF6684}" destId="{4E8CEDAF-C0CE-4396-B802-1B588ECF5B8C}" srcOrd="0" destOrd="0" presId="urn:microsoft.com/office/officeart/2016/7/layout/RepeatingBendingProcessNew"/>
    <dgm:cxn modelId="{F19A8A95-7E0F-4240-A8C8-2C572FF83B8E}" type="presParOf" srcId="{5E7CCEC5-B8D1-483E-AF77-A54774EF6684}" destId="{0F9D9AB2-1A2A-40CC-A92E-BE64D22ACC89}" srcOrd="1" destOrd="0" presId="urn:microsoft.com/office/officeart/2016/7/layout/RepeatingBendingProcessNew"/>
    <dgm:cxn modelId="{D3B59A71-5DDF-40B5-AD93-258973BA5A9B}" type="presParOf" srcId="{0F9D9AB2-1A2A-40CC-A92E-BE64D22ACC89}" destId="{0A913605-0304-49E3-B24C-CF348F7C376C}" srcOrd="0" destOrd="0" presId="urn:microsoft.com/office/officeart/2016/7/layout/RepeatingBendingProcessNew"/>
    <dgm:cxn modelId="{AAF0595F-EC22-4BC6-86A4-52AD85EC9F9D}" type="presParOf" srcId="{5E7CCEC5-B8D1-483E-AF77-A54774EF6684}" destId="{403681B4-3D4D-4E19-A67F-F093228499BB}" srcOrd="2" destOrd="0" presId="urn:microsoft.com/office/officeart/2016/7/layout/RepeatingBendingProcessNew"/>
    <dgm:cxn modelId="{8764FC55-4C07-4799-B2F2-449D4BEACA64}" type="presParOf" srcId="{5E7CCEC5-B8D1-483E-AF77-A54774EF6684}" destId="{56BDB8C0-FA57-4AA7-A805-E883287389B5}" srcOrd="3" destOrd="0" presId="urn:microsoft.com/office/officeart/2016/7/layout/RepeatingBendingProcessNew"/>
    <dgm:cxn modelId="{F892C424-ED29-411C-9BB1-4AD8B95BF7A1}" type="presParOf" srcId="{56BDB8C0-FA57-4AA7-A805-E883287389B5}" destId="{DC73AED0-B75B-4B74-97DC-B7982DC06BF9}" srcOrd="0" destOrd="0" presId="urn:microsoft.com/office/officeart/2016/7/layout/RepeatingBendingProcessNew"/>
    <dgm:cxn modelId="{7A4CAC17-E2BD-41A6-8CB2-CE1CFE5189E8}" type="presParOf" srcId="{5E7CCEC5-B8D1-483E-AF77-A54774EF6684}" destId="{E3739452-F6E1-4063-BD20-1E691CAB0763}" srcOrd="4" destOrd="0" presId="urn:microsoft.com/office/officeart/2016/7/layout/RepeatingBendingProcessNew"/>
    <dgm:cxn modelId="{CA9486D3-DE98-457E-8A8A-B9D6F63E7902}" type="presParOf" srcId="{5E7CCEC5-B8D1-483E-AF77-A54774EF6684}" destId="{11760B2F-01A0-444F-BD96-6F1143295839}" srcOrd="5" destOrd="0" presId="urn:microsoft.com/office/officeart/2016/7/layout/RepeatingBendingProcessNew"/>
    <dgm:cxn modelId="{86AB431D-9FD3-43A5-8C8B-B5C76163F84A}" type="presParOf" srcId="{11760B2F-01A0-444F-BD96-6F1143295839}" destId="{FEA69F78-BDD6-4B71-A6CB-83EC728B505B}" srcOrd="0" destOrd="0" presId="urn:microsoft.com/office/officeart/2016/7/layout/RepeatingBendingProcessNew"/>
    <dgm:cxn modelId="{C63CDE00-9AB9-4D26-A2CD-B9410A2031F2}" type="presParOf" srcId="{5E7CCEC5-B8D1-483E-AF77-A54774EF6684}" destId="{549D32D8-55E4-400A-B0FD-F8B448998536}" srcOrd="6" destOrd="0" presId="urn:microsoft.com/office/officeart/2016/7/layout/RepeatingBendingProcessNew"/>
    <dgm:cxn modelId="{D4030278-E5B1-47A5-94D6-37F52F5F8CBC}" type="presParOf" srcId="{5E7CCEC5-B8D1-483E-AF77-A54774EF6684}" destId="{E93AFD94-3758-47EC-8070-AF4C532CCE10}" srcOrd="7" destOrd="0" presId="urn:microsoft.com/office/officeart/2016/7/layout/RepeatingBendingProcessNew"/>
    <dgm:cxn modelId="{A9878D3A-89CE-4FD4-AD38-D4CD8FF3E4E4}" type="presParOf" srcId="{E93AFD94-3758-47EC-8070-AF4C532CCE10}" destId="{12D2BF41-9EA7-4207-83F4-56E61B2BC0B5}" srcOrd="0" destOrd="0" presId="urn:microsoft.com/office/officeart/2016/7/layout/RepeatingBendingProcessNew"/>
    <dgm:cxn modelId="{F31E9440-A78D-4104-A368-99C9E2C679DA}" type="presParOf" srcId="{5E7CCEC5-B8D1-483E-AF77-A54774EF6684}" destId="{C335D085-D4AC-4500-BAE3-F3EFAE5C2B68}" srcOrd="8" destOrd="0" presId="urn:microsoft.com/office/officeart/2016/7/layout/RepeatingBendingProcessNew"/>
    <dgm:cxn modelId="{50A3C7F9-D96A-45BF-B792-C0F8D780329D}" type="presParOf" srcId="{5E7CCEC5-B8D1-483E-AF77-A54774EF6684}" destId="{9B3F369C-3215-46D9-94A2-939342EA1904}" srcOrd="9" destOrd="0" presId="urn:microsoft.com/office/officeart/2016/7/layout/RepeatingBendingProcessNew"/>
    <dgm:cxn modelId="{AA11D0AE-3790-4EC7-AD21-353F2D538E7E}" type="presParOf" srcId="{9B3F369C-3215-46D9-94A2-939342EA1904}" destId="{8FD69FEB-0F98-46A3-9852-6FFC9B0C5EDB}" srcOrd="0" destOrd="0" presId="urn:microsoft.com/office/officeart/2016/7/layout/RepeatingBendingProcessNew"/>
    <dgm:cxn modelId="{2BFB3A3F-171A-4AFB-AD82-1203F24674FC}" type="presParOf" srcId="{5E7CCEC5-B8D1-483E-AF77-A54774EF6684}" destId="{C998247A-C29D-41FE-821E-6516262A94C4}" srcOrd="10" destOrd="0" presId="urn:microsoft.com/office/officeart/2016/7/layout/RepeatingBendingProcessNew"/>
    <dgm:cxn modelId="{D4A38796-BD59-42B6-89C5-1CB6F26B50F8}" type="presParOf" srcId="{5E7CCEC5-B8D1-483E-AF77-A54774EF6684}" destId="{72A33D2F-BA83-4275-B303-0487AF273FD1}" srcOrd="11" destOrd="0" presId="urn:microsoft.com/office/officeart/2016/7/layout/RepeatingBendingProcessNew"/>
    <dgm:cxn modelId="{F4FE32EE-E1C6-443F-96C6-AC02DC46E0A9}" type="presParOf" srcId="{72A33D2F-BA83-4275-B303-0487AF273FD1}" destId="{55E45030-E120-4637-A181-7EE317A53B6D}" srcOrd="0" destOrd="0" presId="urn:microsoft.com/office/officeart/2016/7/layout/RepeatingBendingProcessNew"/>
    <dgm:cxn modelId="{6E1B0F74-596B-46CA-8712-4E63B9454B32}" type="presParOf" srcId="{5E7CCEC5-B8D1-483E-AF77-A54774EF6684}" destId="{8DEF606C-AE24-4CE7-B106-891630305AAA}" srcOrd="12" destOrd="0" presId="urn:microsoft.com/office/officeart/2016/7/layout/RepeatingBendingProcessNew"/>
    <dgm:cxn modelId="{EF61B4CF-38E9-413E-8043-BFDB80A75AD1}" type="presParOf" srcId="{5E7CCEC5-B8D1-483E-AF77-A54774EF6684}" destId="{93A6E0FA-CBDA-4F29-B8D2-5D02BC7BEBE8}" srcOrd="13" destOrd="0" presId="urn:microsoft.com/office/officeart/2016/7/layout/RepeatingBendingProcessNew"/>
    <dgm:cxn modelId="{948A6132-24A8-452D-9718-F8DA9B157549}" type="presParOf" srcId="{93A6E0FA-CBDA-4F29-B8D2-5D02BC7BEBE8}" destId="{BEF84260-C000-4463-A641-2173E1665D04}" srcOrd="0" destOrd="0" presId="urn:microsoft.com/office/officeart/2016/7/layout/RepeatingBendingProcessNew"/>
    <dgm:cxn modelId="{AD43FA52-C2E8-443E-8422-7B03467B02E3}" type="presParOf" srcId="{5E7CCEC5-B8D1-483E-AF77-A54774EF6684}" destId="{A07320B8-E883-4ECF-8BEB-A1746A82F270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64794E1-497F-4606-A03F-D08B10147D4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39BD777-0587-4943-9567-B7F84AE6AB8E}">
      <dgm:prSet/>
      <dgm:spPr/>
      <dgm:t>
        <a:bodyPr/>
        <a:lstStyle/>
        <a:p>
          <a:r>
            <a:rPr lang="en-US" b="1" i="0" baseline="0"/>
            <a:t>Object-Oriented Design:</a:t>
          </a:r>
          <a:r>
            <a:rPr lang="en-US" b="0" i="0" baseline="0"/>
            <a:t> Real-world entities modeled as classes (Members, Plans).</a:t>
          </a:r>
          <a:endParaRPr lang="en-US"/>
        </a:p>
      </dgm:t>
    </dgm:pt>
    <dgm:pt modelId="{4A8332FA-C885-489A-AB43-32E0F9456F73}" type="parTrans" cxnId="{937BFD7C-0F8F-48B8-BCAD-21DF19C8D9F4}">
      <dgm:prSet/>
      <dgm:spPr/>
      <dgm:t>
        <a:bodyPr/>
        <a:lstStyle/>
        <a:p>
          <a:endParaRPr lang="en-US"/>
        </a:p>
      </dgm:t>
    </dgm:pt>
    <dgm:pt modelId="{B8B42081-B379-4F9C-A767-2AEE6CB6F288}" type="sibTrans" cxnId="{937BFD7C-0F8F-48B8-BCAD-21DF19C8D9F4}">
      <dgm:prSet/>
      <dgm:spPr/>
      <dgm:t>
        <a:bodyPr/>
        <a:lstStyle/>
        <a:p>
          <a:endParaRPr lang="en-US"/>
        </a:p>
      </dgm:t>
    </dgm:pt>
    <dgm:pt modelId="{7D933729-1FF6-45F9-9447-B9A281C14471}">
      <dgm:prSet/>
      <dgm:spPr/>
      <dgm:t>
        <a:bodyPr/>
        <a:lstStyle/>
        <a:p>
          <a:r>
            <a:rPr lang="en-US" b="1" i="0" baseline="0"/>
            <a:t>Modular Programming:</a:t>
          </a:r>
          <a:r>
            <a:rPr lang="en-US" b="0" i="0" baseline="0"/>
            <a:t> Clear separation of DAO, Entity, and Service layers.</a:t>
          </a:r>
          <a:endParaRPr lang="en-US"/>
        </a:p>
      </dgm:t>
    </dgm:pt>
    <dgm:pt modelId="{91FE982F-418A-4E12-8D4B-AA58DB9B6D0E}" type="parTrans" cxnId="{8040D2F9-7268-4AFD-A8AE-E1FD914A99CA}">
      <dgm:prSet/>
      <dgm:spPr/>
      <dgm:t>
        <a:bodyPr/>
        <a:lstStyle/>
        <a:p>
          <a:endParaRPr lang="en-US"/>
        </a:p>
      </dgm:t>
    </dgm:pt>
    <dgm:pt modelId="{B80357E1-D715-40AC-86D7-596234F8DB00}" type="sibTrans" cxnId="{8040D2F9-7268-4AFD-A8AE-E1FD914A99CA}">
      <dgm:prSet/>
      <dgm:spPr/>
      <dgm:t>
        <a:bodyPr/>
        <a:lstStyle/>
        <a:p>
          <a:endParaRPr lang="en-US"/>
        </a:p>
      </dgm:t>
    </dgm:pt>
    <dgm:pt modelId="{40066D71-BF89-4EAC-9A5F-C3BF43DE3271}">
      <dgm:prSet/>
      <dgm:spPr/>
      <dgm:t>
        <a:bodyPr/>
        <a:lstStyle/>
        <a:p>
          <a:r>
            <a:rPr lang="en-US" b="1" i="0" baseline="0"/>
            <a:t>Data Management:</a:t>
          </a:r>
          <a:r>
            <a:rPr lang="en-US" b="0" i="0" baseline="0"/>
            <a:t> Use of HashMap for quick access and modification.</a:t>
          </a:r>
          <a:endParaRPr lang="en-US"/>
        </a:p>
      </dgm:t>
    </dgm:pt>
    <dgm:pt modelId="{B7493FCA-FDD0-4884-A5C4-F77E282725BB}" type="parTrans" cxnId="{F2DB8600-9A59-4641-8246-86C2331A7EFD}">
      <dgm:prSet/>
      <dgm:spPr/>
      <dgm:t>
        <a:bodyPr/>
        <a:lstStyle/>
        <a:p>
          <a:endParaRPr lang="en-US"/>
        </a:p>
      </dgm:t>
    </dgm:pt>
    <dgm:pt modelId="{03C31CE8-0367-4FC2-B14D-05B091127F4B}" type="sibTrans" cxnId="{F2DB8600-9A59-4641-8246-86C2331A7EFD}">
      <dgm:prSet/>
      <dgm:spPr/>
      <dgm:t>
        <a:bodyPr/>
        <a:lstStyle/>
        <a:p>
          <a:endParaRPr lang="en-US"/>
        </a:p>
      </dgm:t>
    </dgm:pt>
    <dgm:pt modelId="{20F9F377-5EC4-48BB-9578-32362F6A9290}">
      <dgm:prSet/>
      <dgm:spPr/>
      <dgm:t>
        <a:bodyPr/>
        <a:lstStyle/>
        <a:p>
          <a:r>
            <a:rPr lang="en-US" b="1" i="0" baseline="0"/>
            <a:t>Validation:</a:t>
          </a:r>
          <a:r>
            <a:rPr lang="en-US" b="0" i="0" baseline="0"/>
            <a:t> Input checked for correctness to avoid runtime errors.</a:t>
          </a:r>
          <a:endParaRPr lang="en-US"/>
        </a:p>
      </dgm:t>
    </dgm:pt>
    <dgm:pt modelId="{CDA9D0C9-13A6-45FA-A368-36008ACBA8EC}" type="parTrans" cxnId="{2F8F6A30-3090-4F2A-A1AF-E4B3BBA0267D}">
      <dgm:prSet/>
      <dgm:spPr/>
      <dgm:t>
        <a:bodyPr/>
        <a:lstStyle/>
        <a:p>
          <a:endParaRPr lang="en-US"/>
        </a:p>
      </dgm:t>
    </dgm:pt>
    <dgm:pt modelId="{166F3BE9-CC97-4C49-90EA-6F8DEE26466F}" type="sibTrans" cxnId="{2F8F6A30-3090-4F2A-A1AF-E4B3BBA0267D}">
      <dgm:prSet/>
      <dgm:spPr/>
      <dgm:t>
        <a:bodyPr/>
        <a:lstStyle/>
        <a:p>
          <a:endParaRPr lang="en-US"/>
        </a:p>
      </dgm:t>
    </dgm:pt>
    <dgm:pt modelId="{E6B8E583-9598-48E4-B6EA-2598F9F71554}">
      <dgm:prSet/>
      <dgm:spPr/>
      <dgm:t>
        <a:bodyPr/>
        <a:lstStyle/>
        <a:p>
          <a:r>
            <a:rPr lang="en-US" b="1" i="0" baseline="0"/>
            <a:t>Menu-driven Interaction:</a:t>
          </a:r>
          <a:r>
            <a:rPr lang="en-US" b="0" i="0" baseline="0"/>
            <a:t> User-friendly console interface for admin operations.</a:t>
          </a:r>
          <a:endParaRPr lang="en-US"/>
        </a:p>
      </dgm:t>
    </dgm:pt>
    <dgm:pt modelId="{75BB8453-4281-4BFF-BE25-619F0C790F48}" type="parTrans" cxnId="{8B2BE583-61DE-4819-B1BA-625C9520E659}">
      <dgm:prSet/>
      <dgm:spPr/>
      <dgm:t>
        <a:bodyPr/>
        <a:lstStyle/>
        <a:p>
          <a:endParaRPr lang="en-US"/>
        </a:p>
      </dgm:t>
    </dgm:pt>
    <dgm:pt modelId="{7D685414-5AE1-4146-926E-2733391B9A9C}" type="sibTrans" cxnId="{8B2BE583-61DE-4819-B1BA-625C9520E659}">
      <dgm:prSet/>
      <dgm:spPr/>
      <dgm:t>
        <a:bodyPr/>
        <a:lstStyle/>
        <a:p>
          <a:endParaRPr lang="en-US"/>
        </a:p>
      </dgm:t>
    </dgm:pt>
    <dgm:pt modelId="{76D3C3E6-3C23-445A-8C85-D2F00981CB24}" type="pres">
      <dgm:prSet presAssocID="{264794E1-497F-4606-A03F-D08B10147D42}" presName="root" presStyleCnt="0">
        <dgm:presLayoutVars>
          <dgm:dir/>
          <dgm:resizeHandles val="exact"/>
        </dgm:presLayoutVars>
      </dgm:prSet>
      <dgm:spPr/>
    </dgm:pt>
    <dgm:pt modelId="{2E9EF8AD-FDC1-48FF-A1CD-B4B6A5EAF389}" type="pres">
      <dgm:prSet presAssocID="{264794E1-497F-4606-A03F-D08B10147D42}" presName="container" presStyleCnt="0">
        <dgm:presLayoutVars>
          <dgm:dir/>
          <dgm:resizeHandles val="exact"/>
        </dgm:presLayoutVars>
      </dgm:prSet>
      <dgm:spPr/>
    </dgm:pt>
    <dgm:pt modelId="{DCA12897-8E74-4647-995E-ECEDB90184F2}" type="pres">
      <dgm:prSet presAssocID="{F39BD777-0587-4943-9567-B7F84AE6AB8E}" presName="compNode" presStyleCnt="0"/>
      <dgm:spPr/>
    </dgm:pt>
    <dgm:pt modelId="{16517A13-88D7-4F48-A81B-DB7F7161FA15}" type="pres">
      <dgm:prSet presAssocID="{F39BD777-0587-4943-9567-B7F84AE6AB8E}" presName="iconBgRect" presStyleLbl="bgShp" presStyleIdx="0" presStyleCnt="5"/>
      <dgm:spPr/>
    </dgm:pt>
    <dgm:pt modelId="{7A5E4F03-3912-4C46-8F6B-4E5AE7A5FFE6}" type="pres">
      <dgm:prSet presAssocID="{F39BD777-0587-4943-9567-B7F84AE6AB8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6012E05-0D5E-449A-B301-FC433A43DB1F}" type="pres">
      <dgm:prSet presAssocID="{F39BD777-0587-4943-9567-B7F84AE6AB8E}" presName="spaceRect" presStyleCnt="0"/>
      <dgm:spPr/>
    </dgm:pt>
    <dgm:pt modelId="{459CFF49-B34D-41A4-88A2-0C1845D4A5D8}" type="pres">
      <dgm:prSet presAssocID="{F39BD777-0587-4943-9567-B7F84AE6AB8E}" presName="textRect" presStyleLbl="revTx" presStyleIdx="0" presStyleCnt="5">
        <dgm:presLayoutVars>
          <dgm:chMax val="1"/>
          <dgm:chPref val="1"/>
        </dgm:presLayoutVars>
      </dgm:prSet>
      <dgm:spPr/>
    </dgm:pt>
    <dgm:pt modelId="{D96D18D6-1866-460C-AE61-AC4A1553E7FE}" type="pres">
      <dgm:prSet presAssocID="{B8B42081-B379-4F9C-A767-2AEE6CB6F288}" presName="sibTrans" presStyleLbl="sibTrans2D1" presStyleIdx="0" presStyleCnt="0"/>
      <dgm:spPr/>
    </dgm:pt>
    <dgm:pt modelId="{DEE3C437-E4AD-46F1-97E1-B8589893D514}" type="pres">
      <dgm:prSet presAssocID="{7D933729-1FF6-45F9-9447-B9A281C14471}" presName="compNode" presStyleCnt="0"/>
      <dgm:spPr/>
    </dgm:pt>
    <dgm:pt modelId="{FD9B45BE-F4F5-4B9B-8519-90EC60F98764}" type="pres">
      <dgm:prSet presAssocID="{7D933729-1FF6-45F9-9447-B9A281C14471}" presName="iconBgRect" presStyleLbl="bgShp" presStyleIdx="1" presStyleCnt="5"/>
      <dgm:spPr/>
    </dgm:pt>
    <dgm:pt modelId="{D97F2C79-4DD8-429A-A626-8947B948FBDF}" type="pres">
      <dgm:prSet presAssocID="{7D933729-1FF6-45F9-9447-B9A281C1447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A2B3FFB-3A5C-4A90-A75D-4DBFCEB6D05B}" type="pres">
      <dgm:prSet presAssocID="{7D933729-1FF6-45F9-9447-B9A281C14471}" presName="spaceRect" presStyleCnt="0"/>
      <dgm:spPr/>
    </dgm:pt>
    <dgm:pt modelId="{321000CE-F18B-49B3-B7B2-54A31E577F40}" type="pres">
      <dgm:prSet presAssocID="{7D933729-1FF6-45F9-9447-B9A281C14471}" presName="textRect" presStyleLbl="revTx" presStyleIdx="1" presStyleCnt="5">
        <dgm:presLayoutVars>
          <dgm:chMax val="1"/>
          <dgm:chPref val="1"/>
        </dgm:presLayoutVars>
      </dgm:prSet>
      <dgm:spPr/>
    </dgm:pt>
    <dgm:pt modelId="{05D9DF33-CEC0-41E2-8BAD-D9FE3B996C0A}" type="pres">
      <dgm:prSet presAssocID="{B80357E1-D715-40AC-86D7-596234F8DB00}" presName="sibTrans" presStyleLbl="sibTrans2D1" presStyleIdx="0" presStyleCnt="0"/>
      <dgm:spPr/>
    </dgm:pt>
    <dgm:pt modelId="{84BEC1F9-D3DB-4BD3-BC76-F0BA9825BE51}" type="pres">
      <dgm:prSet presAssocID="{40066D71-BF89-4EAC-9A5F-C3BF43DE3271}" presName="compNode" presStyleCnt="0"/>
      <dgm:spPr/>
    </dgm:pt>
    <dgm:pt modelId="{CCADE79F-9A3D-42A6-BF95-91913FDB9D16}" type="pres">
      <dgm:prSet presAssocID="{40066D71-BF89-4EAC-9A5F-C3BF43DE3271}" presName="iconBgRect" presStyleLbl="bgShp" presStyleIdx="2" presStyleCnt="5"/>
      <dgm:spPr/>
    </dgm:pt>
    <dgm:pt modelId="{937FB57B-E029-405B-B63E-E6B158B8C30F}" type="pres">
      <dgm:prSet presAssocID="{40066D71-BF89-4EAC-9A5F-C3BF43DE327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1F353D6-03B0-4BAE-9BB4-E85FB946F340}" type="pres">
      <dgm:prSet presAssocID="{40066D71-BF89-4EAC-9A5F-C3BF43DE3271}" presName="spaceRect" presStyleCnt="0"/>
      <dgm:spPr/>
    </dgm:pt>
    <dgm:pt modelId="{CAF4426C-1E7A-45F4-9AED-FA70EE9C9E75}" type="pres">
      <dgm:prSet presAssocID="{40066D71-BF89-4EAC-9A5F-C3BF43DE3271}" presName="textRect" presStyleLbl="revTx" presStyleIdx="2" presStyleCnt="5">
        <dgm:presLayoutVars>
          <dgm:chMax val="1"/>
          <dgm:chPref val="1"/>
        </dgm:presLayoutVars>
      </dgm:prSet>
      <dgm:spPr/>
    </dgm:pt>
    <dgm:pt modelId="{27DB121D-2A5B-4921-AEFB-E0E8E4DFB0B9}" type="pres">
      <dgm:prSet presAssocID="{03C31CE8-0367-4FC2-B14D-05B091127F4B}" presName="sibTrans" presStyleLbl="sibTrans2D1" presStyleIdx="0" presStyleCnt="0"/>
      <dgm:spPr/>
    </dgm:pt>
    <dgm:pt modelId="{B3042E43-5145-44BF-9B28-7276A47AD393}" type="pres">
      <dgm:prSet presAssocID="{20F9F377-5EC4-48BB-9578-32362F6A9290}" presName="compNode" presStyleCnt="0"/>
      <dgm:spPr/>
    </dgm:pt>
    <dgm:pt modelId="{9FF270CD-62E0-4228-BAB0-A96925C23B04}" type="pres">
      <dgm:prSet presAssocID="{20F9F377-5EC4-48BB-9578-32362F6A9290}" presName="iconBgRect" presStyleLbl="bgShp" presStyleIdx="3" presStyleCnt="5"/>
      <dgm:spPr/>
    </dgm:pt>
    <dgm:pt modelId="{978D0384-79CC-4449-AE3E-A9CBEDB08D25}" type="pres">
      <dgm:prSet presAssocID="{20F9F377-5EC4-48BB-9578-32362F6A929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31FE926-A0F6-4434-8193-3B06C5CB9617}" type="pres">
      <dgm:prSet presAssocID="{20F9F377-5EC4-48BB-9578-32362F6A9290}" presName="spaceRect" presStyleCnt="0"/>
      <dgm:spPr/>
    </dgm:pt>
    <dgm:pt modelId="{EF68CE9F-270B-42AF-8B1B-D4479DD4E0F6}" type="pres">
      <dgm:prSet presAssocID="{20F9F377-5EC4-48BB-9578-32362F6A9290}" presName="textRect" presStyleLbl="revTx" presStyleIdx="3" presStyleCnt="5">
        <dgm:presLayoutVars>
          <dgm:chMax val="1"/>
          <dgm:chPref val="1"/>
        </dgm:presLayoutVars>
      </dgm:prSet>
      <dgm:spPr/>
    </dgm:pt>
    <dgm:pt modelId="{DF140E49-1AA0-4BF8-8657-3B0EC666C889}" type="pres">
      <dgm:prSet presAssocID="{166F3BE9-CC97-4C49-90EA-6F8DEE26466F}" presName="sibTrans" presStyleLbl="sibTrans2D1" presStyleIdx="0" presStyleCnt="0"/>
      <dgm:spPr/>
    </dgm:pt>
    <dgm:pt modelId="{969CA88E-9A1F-4B54-BEEB-361E7C0D4F5F}" type="pres">
      <dgm:prSet presAssocID="{E6B8E583-9598-48E4-B6EA-2598F9F71554}" presName="compNode" presStyleCnt="0"/>
      <dgm:spPr/>
    </dgm:pt>
    <dgm:pt modelId="{B4F49972-6DD6-4B47-958E-A7CA6055A1D6}" type="pres">
      <dgm:prSet presAssocID="{E6B8E583-9598-48E4-B6EA-2598F9F71554}" presName="iconBgRect" presStyleLbl="bgShp" presStyleIdx="4" presStyleCnt="5"/>
      <dgm:spPr/>
    </dgm:pt>
    <dgm:pt modelId="{BE3AB561-C5F4-4FAE-AD83-7D2D707AEDF1}" type="pres">
      <dgm:prSet presAssocID="{E6B8E583-9598-48E4-B6EA-2598F9F7155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71B39AE-74FD-437B-B0FC-BFAF5A514307}" type="pres">
      <dgm:prSet presAssocID="{E6B8E583-9598-48E4-B6EA-2598F9F71554}" presName="spaceRect" presStyleCnt="0"/>
      <dgm:spPr/>
    </dgm:pt>
    <dgm:pt modelId="{C76925BC-CFFF-4792-9903-ABC5DD2904C7}" type="pres">
      <dgm:prSet presAssocID="{E6B8E583-9598-48E4-B6EA-2598F9F7155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2DB8600-9A59-4641-8246-86C2331A7EFD}" srcId="{264794E1-497F-4606-A03F-D08B10147D42}" destId="{40066D71-BF89-4EAC-9A5F-C3BF43DE3271}" srcOrd="2" destOrd="0" parTransId="{B7493FCA-FDD0-4884-A5C4-F77E282725BB}" sibTransId="{03C31CE8-0367-4FC2-B14D-05B091127F4B}"/>
    <dgm:cxn modelId="{30AD8816-10DE-4478-BFA6-1EED9E56827C}" type="presOf" srcId="{166F3BE9-CC97-4C49-90EA-6F8DEE26466F}" destId="{DF140E49-1AA0-4BF8-8657-3B0EC666C889}" srcOrd="0" destOrd="0" presId="urn:microsoft.com/office/officeart/2018/2/layout/IconCircleList"/>
    <dgm:cxn modelId="{8C3C5023-3423-49E9-A65D-793BBDAC65D5}" type="presOf" srcId="{03C31CE8-0367-4FC2-B14D-05B091127F4B}" destId="{27DB121D-2A5B-4921-AEFB-E0E8E4DFB0B9}" srcOrd="0" destOrd="0" presId="urn:microsoft.com/office/officeart/2018/2/layout/IconCircleList"/>
    <dgm:cxn modelId="{2F8F6A30-3090-4F2A-A1AF-E4B3BBA0267D}" srcId="{264794E1-497F-4606-A03F-D08B10147D42}" destId="{20F9F377-5EC4-48BB-9578-32362F6A9290}" srcOrd="3" destOrd="0" parTransId="{CDA9D0C9-13A6-45FA-A368-36008ACBA8EC}" sibTransId="{166F3BE9-CC97-4C49-90EA-6F8DEE26466F}"/>
    <dgm:cxn modelId="{015C6943-3990-4A4F-A8D4-5594A27D9506}" type="presOf" srcId="{E6B8E583-9598-48E4-B6EA-2598F9F71554}" destId="{C76925BC-CFFF-4792-9903-ABC5DD2904C7}" srcOrd="0" destOrd="0" presId="urn:microsoft.com/office/officeart/2018/2/layout/IconCircleList"/>
    <dgm:cxn modelId="{768EEB74-238B-4F27-8C4B-E40EBCC7242D}" type="presOf" srcId="{B80357E1-D715-40AC-86D7-596234F8DB00}" destId="{05D9DF33-CEC0-41E2-8BAD-D9FE3B996C0A}" srcOrd="0" destOrd="0" presId="urn:microsoft.com/office/officeart/2018/2/layout/IconCircleList"/>
    <dgm:cxn modelId="{937BFD7C-0F8F-48B8-BCAD-21DF19C8D9F4}" srcId="{264794E1-497F-4606-A03F-D08B10147D42}" destId="{F39BD777-0587-4943-9567-B7F84AE6AB8E}" srcOrd="0" destOrd="0" parTransId="{4A8332FA-C885-489A-AB43-32E0F9456F73}" sibTransId="{B8B42081-B379-4F9C-A767-2AEE6CB6F288}"/>
    <dgm:cxn modelId="{8B2BE583-61DE-4819-B1BA-625C9520E659}" srcId="{264794E1-497F-4606-A03F-D08B10147D42}" destId="{E6B8E583-9598-48E4-B6EA-2598F9F71554}" srcOrd="4" destOrd="0" parTransId="{75BB8453-4281-4BFF-BE25-619F0C790F48}" sibTransId="{7D685414-5AE1-4146-926E-2733391B9A9C}"/>
    <dgm:cxn modelId="{31CEE1B0-CDE6-4641-918F-25EB4E8230B8}" type="presOf" srcId="{264794E1-497F-4606-A03F-D08B10147D42}" destId="{76D3C3E6-3C23-445A-8C85-D2F00981CB24}" srcOrd="0" destOrd="0" presId="urn:microsoft.com/office/officeart/2018/2/layout/IconCircleList"/>
    <dgm:cxn modelId="{530FAAB2-673C-4261-AB45-44496FC08349}" type="presOf" srcId="{40066D71-BF89-4EAC-9A5F-C3BF43DE3271}" destId="{CAF4426C-1E7A-45F4-9AED-FA70EE9C9E75}" srcOrd="0" destOrd="0" presId="urn:microsoft.com/office/officeart/2018/2/layout/IconCircleList"/>
    <dgm:cxn modelId="{12F0BDBE-C60B-43B8-9C97-F59A63E20696}" type="presOf" srcId="{F39BD777-0587-4943-9567-B7F84AE6AB8E}" destId="{459CFF49-B34D-41A4-88A2-0C1845D4A5D8}" srcOrd="0" destOrd="0" presId="urn:microsoft.com/office/officeart/2018/2/layout/IconCircleList"/>
    <dgm:cxn modelId="{670C05DD-CCAB-4797-97DB-53212AA81510}" type="presOf" srcId="{7D933729-1FF6-45F9-9447-B9A281C14471}" destId="{321000CE-F18B-49B3-B7B2-54A31E577F40}" srcOrd="0" destOrd="0" presId="urn:microsoft.com/office/officeart/2018/2/layout/IconCircleList"/>
    <dgm:cxn modelId="{DB42A1DE-A23F-47E0-9601-709FB6B95D6B}" type="presOf" srcId="{20F9F377-5EC4-48BB-9578-32362F6A9290}" destId="{EF68CE9F-270B-42AF-8B1B-D4479DD4E0F6}" srcOrd="0" destOrd="0" presId="urn:microsoft.com/office/officeart/2018/2/layout/IconCircleList"/>
    <dgm:cxn modelId="{A260FEEE-BE5A-4D31-A79D-9AB11B34C490}" type="presOf" srcId="{B8B42081-B379-4F9C-A767-2AEE6CB6F288}" destId="{D96D18D6-1866-460C-AE61-AC4A1553E7FE}" srcOrd="0" destOrd="0" presId="urn:microsoft.com/office/officeart/2018/2/layout/IconCircleList"/>
    <dgm:cxn modelId="{8040D2F9-7268-4AFD-A8AE-E1FD914A99CA}" srcId="{264794E1-497F-4606-A03F-D08B10147D42}" destId="{7D933729-1FF6-45F9-9447-B9A281C14471}" srcOrd="1" destOrd="0" parTransId="{91FE982F-418A-4E12-8D4B-AA58DB9B6D0E}" sibTransId="{B80357E1-D715-40AC-86D7-596234F8DB00}"/>
    <dgm:cxn modelId="{A9E67F27-1135-4E06-85C9-344C19201174}" type="presParOf" srcId="{76D3C3E6-3C23-445A-8C85-D2F00981CB24}" destId="{2E9EF8AD-FDC1-48FF-A1CD-B4B6A5EAF389}" srcOrd="0" destOrd="0" presId="urn:microsoft.com/office/officeart/2018/2/layout/IconCircleList"/>
    <dgm:cxn modelId="{94B1E6C9-75A9-4961-90D8-AEC7B4E247DF}" type="presParOf" srcId="{2E9EF8AD-FDC1-48FF-A1CD-B4B6A5EAF389}" destId="{DCA12897-8E74-4647-995E-ECEDB90184F2}" srcOrd="0" destOrd="0" presId="urn:microsoft.com/office/officeart/2018/2/layout/IconCircleList"/>
    <dgm:cxn modelId="{9CE36656-1B08-402E-BC95-234455FAEBDD}" type="presParOf" srcId="{DCA12897-8E74-4647-995E-ECEDB90184F2}" destId="{16517A13-88D7-4F48-A81B-DB7F7161FA15}" srcOrd="0" destOrd="0" presId="urn:microsoft.com/office/officeart/2018/2/layout/IconCircleList"/>
    <dgm:cxn modelId="{18D14250-F829-4B53-9F85-C14E6FA7112D}" type="presParOf" srcId="{DCA12897-8E74-4647-995E-ECEDB90184F2}" destId="{7A5E4F03-3912-4C46-8F6B-4E5AE7A5FFE6}" srcOrd="1" destOrd="0" presId="urn:microsoft.com/office/officeart/2018/2/layout/IconCircleList"/>
    <dgm:cxn modelId="{FBD26B10-1F5F-4946-86CE-087FEE262B84}" type="presParOf" srcId="{DCA12897-8E74-4647-995E-ECEDB90184F2}" destId="{26012E05-0D5E-449A-B301-FC433A43DB1F}" srcOrd="2" destOrd="0" presId="urn:microsoft.com/office/officeart/2018/2/layout/IconCircleList"/>
    <dgm:cxn modelId="{E0C169E9-3BD1-4954-B744-A49DC2EE5A33}" type="presParOf" srcId="{DCA12897-8E74-4647-995E-ECEDB90184F2}" destId="{459CFF49-B34D-41A4-88A2-0C1845D4A5D8}" srcOrd="3" destOrd="0" presId="urn:microsoft.com/office/officeart/2018/2/layout/IconCircleList"/>
    <dgm:cxn modelId="{CAE13C02-DE67-4119-9B3D-DC153DB0DBE3}" type="presParOf" srcId="{2E9EF8AD-FDC1-48FF-A1CD-B4B6A5EAF389}" destId="{D96D18D6-1866-460C-AE61-AC4A1553E7FE}" srcOrd="1" destOrd="0" presId="urn:microsoft.com/office/officeart/2018/2/layout/IconCircleList"/>
    <dgm:cxn modelId="{1CB4F0A7-751B-405F-AD4E-C4132604592A}" type="presParOf" srcId="{2E9EF8AD-FDC1-48FF-A1CD-B4B6A5EAF389}" destId="{DEE3C437-E4AD-46F1-97E1-B8589893D514}" srcOrd="2" destOrd="0" presId="urn:microsoft.com/office/officeart/2018/2/layout/IconCircleList"/>
    <dgm:cxn modelId="{21678637-9737-41F6-A1DE-0B8572DC9975}" type="presParOf" srcId="{DEE3C437-E4AD-46F1-97E1-B8589893D514}" destId="{FD9B45BE-F4F5-4B9B-8519-90EC60F98764}" srcOrd="0" destOrd="0" presId="urn:microsoft.com/office/officeart/2018/2/layout/IconCircleList"/>
    <dgm:cxn modelId="{3FC29450-6A7C-42E9-900A-FC937C63A2C0}" type="presParOf" srcId="{DEE3C437-E4AD-46F1-97E1-B8589893D514}" destId="{D97F2C79-4DD8-429A-A626-8947B948FBDF}" srcOrd="1" destOrd="0" presId="urn:microsoft.com/office/officeart/2018/2/layout/IconCircleList"/>
    <dgm:cxn modelId="{E44C2D76-9BFA-4C9A-9B8E-8859E9ECA4D9}" type="presParOf" srcId="{DEE3C437-E4AD-46F1-97E1-B8589893D514}" destId="{BA2B3FFB-3A5C-4A90-A75D-4DBFCEB6D05B}" srcOrd="2" destOrd="0" presId="urn:microsoft.com/office/officeart/2018/2/layout/IconCircleList"/>
    <dgm:cxn modelId="{F6F9A8D2-684B-4C5A-986A-290D4C4D2406}" type="presParOf" srcId="{DEE3C437-E4AD-46F1-97E1-B8589893D514}" destId="{321000CE-F18B-49B3-B7B2-54A31E577F40}" srcOrd="3" destOrd="0" presId="urn:microsoft.com/office/officeart/2018/2/layout/IconCircleList"/>
    <dgm:cxn modelId="{58B479F5-A0A8-4425-9635-EC2C0E0740D9}" type="presParOf" srcId="{2E9EF8AD-FDC1-48FF-A1CD-B4B6A5EAF389}" destId="{05D9DF33-CEC0-41E2-8BAD-D9FE3B996C0A}" srcOrd="3" destOrd="0" presId="urn:microsoft.com/office/officeart/2018/2/layout/IconCircleList"/>
    <dgm:cxn modelId="{CE9CD9DA-55B8-45C6-87DF-C5B6E50FF546}" type="presParOf" srcId="{2E9EF8AD-FDC1-48FF-A1CD-B4B6A5EAF389}" destId="{84BEC1F9-D3DB-4BD3-BC76-F0BA9825BE51}" srcOrd="4" destOrd="0" presId="urn:microsoft.com/office/officeart/2018/2/layout/IconCircleList"/>
    <dgm:cxn modelId="{6AFD0A7B-F1D8-49B6-B546-5346C927ECEF}" type="presParOf" srcId="{84BEC1F9-D3DB-4BD3-BC76-F0BA9825BE51}" destId="{CCADE79F-9A3D-42A6-BF95-91913FDB9D16}" srcOrd="0" destOrd="0" presId="urn:microsoft.com/office/officeart/2018/2/layout/IconCircleList"/>
    <dgm:cxn modelId="{3628ADEB-64FA-4E8E-A26B-8EA80E8AF6A2}" type="presParOf" srcId="{84BEC1F9-D3DB-4BD3-BC76-F0BA9825BE51}" destId="{937FB57B-E029-405B-B63E-E6B158B8C30F}" srcOrd="1" destOrd="0" presId="urn:microsoft.com/office/officeart/2018/2/layout/IconCircleList"/>
    <dgm:cxn modelId="{2DC657D3-F60A-4DAA-A909-190D252BED5F}" type="presParOf" srcId="{84BEC1F9-D3DB-4BD3-BC76-F0BA9825BE51}" destId="{C1F353D6-03B0-4BAE-9BB4-E85FB946F340}" srcOrd="2" destOrd="0" presId="urn:microsoft.com/office/officeart/2018/2/layout/IconCircleList"/>
    <dgm:cxn modelId="{FE201AC1-ED22-4885-B06D-9918BEB1365E}" type="presParOf" srcId="{84BEC1F9-D3DB-4BD3-BC76-F0BA9825BE51}" destId="{CAF4426C-1E7A-45F4-9AED-FA70EE9C9E75}" srcOrd="3" destOrd="0" presId="urn:microsoft.com/office/officeart/2018/2/layout/IconCircleList"/>
    <dgm:cxn modelId="{A9A61B03-A92E-410C-BC46-5ED5595CA010}" type="presParOf" srcId="{2E9EF8AD-FDC1-48FF-A1CD-B4B6A5EAF389}" destId="{27DB121D-2A5B-4921-AEFB-E0E8E4DFB0B9}" srcOrd="5" destOrd="0" presId="urn:microsoft.com/office/officeart/2018/2/layout/IconCircleList"/>
    <dgm:cxn modelId="{81B0293C-95B4-488C-A5B9-C7556EBD1383}" type="presParOf" srcId="{2E9EF8AD-FDC1-48FF-A1CD-B4B6A5EAF389}" destId="{B3042E43-5145-44BF-9B28-7276A47AD393}" srcOrd="6" destOrd="0" presId="urn:microsoft.com/office/officeart/2018/2/layout/IconCircleList"/>
    <dgm:cxn modelId="{2013FE86-AC09-4C0A-84F4-5E59F50F5105}" type="presParOf" srcId="{B3042E43-5145-44BF-9B28-7276A47AD393}" destId="{9FF270CD-62E0-4228-BAB0-A96925C23B04}" srcOrd="0" destOrd="0" presId="urn:microsoft.com/office/officeart/2018/2/layout/IconCircleList"/>
    <dgm:cxn modelId="{0BC138DC-21FE-4D31-8547-469FE9CD78B5}" type="presParOf" srcId="{B3042E43-5145-44BF-9B28-7276A47AD393}" destId="{978D0384-79CC-4449-AE3E-A9CBEDB08D25}" srcOrd="1" destOrd="0" presId="urn:microsoft.com/office/officeart/2018/2/layout/IconCircleList"/>
    <dgm:cxn modelId="{D4DB242F-310A-4DE4-BD08-948830F6B8CB}" type="presParOf" srcId="{B3042E43-5145-44BF-9B28-7276A47AD393}" destId="{F31FE926-A0F6-4434-8193-3B06C5CB9617}" srcOrd="2" destOrd="0" presId="urn:microsoft.com/office/officeart/2018/2/layout/IconCircleList"/>
    <dgm:cxn modelId="{BC779DFD-DB05-473D-ACB0-09E9ADC1D98E}" type="presParOf" srcId="{B3042E43-5145-44BF-9B28-7276A47AD393}" destId="{EF68CE9F-270B-42AF-8B1B-D4479DD4E0F6}" srcOrd="3" destOrd="0" presId="urn:microsoft.com/office/officeart/2018/2/layout/IconCircleList"/>
    <dgm:cxn modelId="{FC59509C-C6C5-42B3-901A-AD5D5F7E127F}" type="presParOf" srcId="{2E9EF8AD-FDC1-48FF-A1CD-B4B6A5EAF389}" destId="{DF140E49-1AA0-4BF8-8657-3B0EC666C889}" srcOrd="7" destOrd="0" presId="urn:microsoft.com/office/officeart/2018/2/layout/IconCircleList"/>
    <dgm:cxn modelId="{94653D69-B2DE-4148-9790-A96DB40CB812}" type="presParOf" srcId="{2E9EF8AD-FDC1-48FF-A1CD-B4B6A5EAF389}" destId="{969CA88E-9A1F-4B54-BEEB-361E7C0D4F5F}" srcOrd="8" destOrd="0" presId="urn:microsoft.com/office/officeart/2018/2/layout/IconCircleList"/>
    <dgm:cxn modelId="{75FD0111-6F64-467F-97C1-E7BC246D85DA}" type="presParOf" srcId="{969CA88E-9A1F-4B54-BEEB-361E7C0D4F5F}" destId="{B4F49972-6DD6-4B47-958E-A7CA6055A1D6}" srcOrd="0" destOrd="0" presId="urn:microsoft.com/office/officeart/2018/2/layout/IconCircleList"/>
    <dgm:cxn modelId="{698F8756-31A3-4D13-88D2-86D5189BEFAE}" type="presParOf" srcId="{969CA88E-9A1F-4B54-BEEB-361E7C0D4F5F}" destId="{BE3AB561-C5F4-4FAE-AD83-7D2D707AEDF1}" srcOrd="1" destOrd="0" presId="urn:microsoft.com/office/officeart/2018/2/layout/IconCircleList"/>
    <dgm:cxn modelId="{97E0E414-0694-48B5-A80A-29554D677B35}" type="presParOf" srcId="{969CA88E-9A1F-4B54-BEEB-361E7C0D4F5F}" destId="{371B39AE-74FD-437B-B0FC-BFAF5A514307}" srcOrd="2" destOrd="0" presId="urn:microsoft.com/office/officeart/2018/2/layout/IconCircleList"/>
    <dgm:cxn modelId="{6DA82E90-2084-45E3-96D4-2F0DF77774F2}" type="presParOf" srcId="{969CA88E-9A1F-4B54-BEEB-361E7C0D4F5F}" destId="{C76925BC-CFFF-4792-9903-ABC5DD2904C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31C78B4-1D52-48FD-84C3-701E55EFA2F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8AB3D2-9CD6-4061-A41D-643B217DF2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baseline="0"/>
            <a:t>The Health Insurance Management System successfully demonstrates how </a:t>
          </a:r>
          <a:r>
            <a:rPr lang="en-US" b="1" i="0" baseline="0"/>
            <a:t>Java OOP</a:t>
          </a:r>
          <a:r>
            <a:rPr lang="en-US" b="0" i="0" baseline="0"/>
            <a:t> can model real-world scenarios.</a:t>
          </a:r>
          <a:endParaRPr lang="en-US"/>
        </a:p>
      </dgm:t>
    </dgm:pt>
    <dgm:pt modelId="{C13A8293-E75A-45D3-A40B-C37C6FA0152A}" type="parTrans" cxnId="{FCBB8F31-E18F-4910-90B8-90394E48B6A5}">
      <dgm:prSet/>
      <dgm:spPr/>
      <dgm:t>
        <a:bodyPr/>
        <a:lstStyle/>
        <a:p>
          <a:endParaRPr lang="en-US"/>
        </a:p>
      </dgm:t>
    </dgm:pt>
    <dgm:pt modelId="{81803F8D-2BE2-4AF3-A777-4A0A29301626}" type="sibTrans" cxnId="{FCBB8F31-E18F-4910-90B8-90394E48B6A5}">
      <dgm:prSet/>
      <dgm:spPr/>
      <dgm:t>
        <a:bodyPr/>
        <a:lstStyle/>
        <a:p>
          <a:endParaRPr lang="en-US"/>
        </a:p>
      </dgm:t>
    </dgm:pt>
    <dgm:pt modelId="{DDF5F26D-C5C9-451C-8F58-372DAF0B73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baseline="0"/>
            <a:t>It efficiently manages health insurance operations such as </a:t>
          </a:r>
          <a:r>
            <a:rPr lang="en-US" b="1" i="0" baseline="0"/>
            <a:t>member addition, claims, and policy upgrades</a:t>
          </a:r>
          <a:r>
            <a:rPr lang="en-US" b="0" i="0" baseline="0"/>
            <a:t>.</a:t>
          </a:r>
          <a:endParaRPr lang="en-US"/>
        </a:p>
      </dgm:t>
    </dgm:pt>
    <dgm:pt modelId="{C17E219B-BC15-4929-9DC4-86A41ECF5CF6}" type="parTrans" cxnId="{704555B7-3EEA-46F2-A0F5-B93781F1D787}">
      <dgm:prSet/>
      <dgm:spPr/>
      <dgm:t>
        <a:bodyPr/>
        <a:lstStyle/>
        <a:p>
          <a:endParaRPr lang="en-US"/>
        </a:p>
      </dgm:t>
    </dgm:pt>
    <dgm:pt modelId="{3485CDCF-43CC-4FD9-B054-59656DBA6CCB}" type="sibTrans" cxnId="{704555B7-3EEA-46F2-A0F5-B93781F1D787}">
      <dgm:prSet/>
      <dgm:spPr/>
      <dgm:t>
        <a:bodyPr/>
        <a:lstStyle/>
        <a:p>
          <a:endParaRPr lang="en-US"/>
        </a:p>
      </dgm:t>
    </dgm:pt>
    <dgm:pt modelId="{0D066508-9558-4015-A382-FE3FC6A322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baseline="0"/>
            <a:t>The system is modular, scalable, and a strong foundation for future improvements such as:</a:t>
          </a:r>
          <a:endParaRPr lang="en-US"/>
        </a:p>
      </dgm:t>
    </dgm:pt>
    <dgm:pt modelId="{E7966847-3084-4DCB-8855-55C0E3C7D47D}" type="parTrans" cxnId="{BFD07BBE-0702-4C77-82B4-FE019EF1B5E8}">
      <dgm:prSet/>
      <dgm:spPr/>
      <dgm:t>
        <a:bodyPr/>
        <a:lstStyle/>
        <a:p>
          <a:endParaRPr lang="en-US"/>
        </a:p>
      </dgm:t>
    </dgm:pt>
    <dgm:pt modelId="{6C006617-23F2-48BC-92C3-5E136D9B9AB1}" type="sibTrans" cxnId="{BFD07BBE-0702-4C77-82B4-FE019EF1B5E8}">
      <dgm:prSet/>
      <dgm:spPr/>
      <dgm:t>
        <a:bodyPr/>
        <a:lstStyle/>
        <a:p>
          <a:endParaRPr lang="en-US"/>
        </a:p>
      </dgm:t>
    </dgm:pt>
    <dgm:pt modelId="{A021BA98-C3F0-496A-AEBF-994DD9176C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GUI-based front-end</a:t>
          </a:r>
          <a:endParaRPr lang="en-US"/>
        </a:p>
      </dgm:t>
    </dgm:pt>
    <dgm:pt modelId="{6BFD82CA-DD42-4FDB-B603-1032518AF977}" type="parTrans" cxnId="{7B741D75-B5E9-4E80-BFF9-AB3CC3443607}">
      <dgm:prSet/>
      <dgm:spPr/>
      <dgm:t>
        <a:bodyPr/>
        <a:lstStyle/>
        <a:p>
          <a:endParaRPr lang="en-US"/>
        </a:p>
      </dgm:t>
    </dgm:pt>
    <dgm:pt modelId="{7FF058E9-A5AE-4024-A73C-81EEB0B29B0D}" type="sibTrans" cxnId="{7B741D75-B5E9-4E80-BFF9-AB3CC3443607}">
      <dgm:prSet/>
      <dgm:spPr/>
      <dgm:t>
        <a:bodyPr/>
        <a:lstStyle/>
        <a:p>
          <a:endParaRPr lang="en-US"/>
        </a:p>
      </dgm:t>
    </dgm:pt>
    <dgm:pt modelId="{24A7C763-C139-4D07-BFDC-84F763C65A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Database storage</a:t>
          </a:r>
          <a:endParaRPr lang="en-US"/>
        </a:p>
      </dgm:t>
    </dgm:pt>
    <dgm:pt modelId="{0E1CBC60-9A7D-4313-B33A-116B7333B0C4}" type="parTrans" cxnId="{02D6D256-24D4-47CC-8BDB-C4CE1C597584}">
      <dgm:prSet/>
      <dgm:spPr/>
      <dgm:t>
        <a:bodyPr/>
        <a:lstStyle/>
        <a:p>
          <a:endParaRPr lang="en-US"/>
        </a:p>
      </dgm:t>
    </dgm:pt>
    <dgm:pt modelId="{58987012-FA26-4FC5-83ED-2B48EB2951F0}" type="sibTrans" cxnId="{02D6D256-24D4-47CC-8BDB-C4CE1C597584}">
      <dgm:prSet/>
      <dgm:spPr/>
      <dgm:t>
        <a:bodyPr/>
        <a:lstStyle/>
        <a:p>
          <a:endParaRPr lang="en-US"/>
        </a:p>
      </dgm:t>
    </dgm:pt>
    <dgm:pt modelId="{FF35AAA9-01C2-4ECE-8CB8-159F0C6E5F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User login and authentication</a:t>
          </a:r>
          <a:endParaRPr lang="en-US"/>
        </a:p>
      </dgm:t>
    </dgm:pt>
    <dgm:pt modelId="{1C92E0B2-CCE7-456D-B50B-6C0C2D31E5DC}" type="parTrans" cxnId="{7075EFF2-DE5D-4315-AA6D-2BDE5688DB9E}">
      <dgm:prSet/>
      <dgm:spPr/>
      <dgm:t>
        <a:bodyPr/>
        <a:lstStyle/>
        <a:p>
          <a:endParaRPr lang="en-US"/>
        </a:p>
      </dgm:t>
    </dgm:pt>
    <dgm:pt modelId="{07C00E98-9C63-4B0F-9774-891BD8204612}" type="sibTrans" cxnId="{7075EFF2-DE5D-4315-AA6D-2BDE5688DB9E}">
      <dgm:prSet/>
      <dgm:spPr/>
      <dgm:t>
        <a:bodyPr/>
        <a:lstStyle/>
        <a:p>
          <a:endParaRPr lang="en-US"/>
        </a:p>
      </dgm:t>
    </dgm:pt>
    <dgm:pt modelId="{F65687DA-79AE-43C3-B341-05FE8A0B747F}" type="pres">
      <dgm:prSet presAssocID="{F31C78B4-1D52-48FD-84C3-701E55EFA2F4}" presName="root" presStyleCnt="0">
        <dgm:presLayoutVars>
          <dgm:dir/>
          <dgm:resizeHandles val="exact"/>
        </dgm:presLayoutVars>
      </dgm:prSet>
      <dgm:spPr/>
    </dgm:pt>
    <dgm:pt modelId="{6665FF33-0EA1-49FD-9196-65F50C24E7B1}" type="pres">
      <dgm:prSet presAssocID="{888AB3D2-9CD6-4061-A41D-643B217DF2B9}" presName="compNode" presStyleCnt="0"/>
      <dgm:spPr/>
    </dgm:pt>
    <dgm:pt modelId="{F0718E73-CB60-47B7-88F1-54D688AB57CE}" type="pres">
      <dgm:prSet presAssocID="{888AB3D2-9CD6-4061-A41D-643B217DF2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849DD698-9952-4C75-8801-6BB3A3EAC566}" type="pres">
      <dgm:prSet presAssocID="{888AB3D2-9CD6-4061-A41D-643B217DF2B9}" presName="iconSpace" presStyleCnt="0"/>
      <dgm:spPr/>
    </dgm:pt>
    <dgm:pt modelId="{9C109E7C-D57E-48A5-A425-02BFA9959328}" type="pres">
      <dgm:prSet presAssocID="{888AB3D2-9CD6-4061-A41D-643B217DF2B9}" presName="parTx" presStyleLbl="revTx" presStyleIdx="0" presStyleCnt="6">
        <dgm:presLayoutVars>
          <dgm:chMax val="0"/>
          <dgm:chPref val="0"/>
        </dgm:presLayoutVars>
      </dgm:prSet>
      <dgm:spPr/>
    </dgm:pt>
    <dgm:pt modelId="{DED59A49-F04C-4669-B7CB-3CCCC91B241B}" type="pres">
      <dgm:prSet presAssocID="{888AB3D2-9CD6-4061-A41D-643B217DF2B9}" presName="txSpace" presStyleCnt="0"/>
      <dgm:spPr/>
    </dgm:pt>
    <dgm:pt modelId="{4AB7C37A-15B4-4AA7-A4D5-FDAD824D9970}" type="pres">
      <dgm:prSet presAssocID="{888AB3D2-9CD6-4061-A41D-643B217DF2B9}" presName="desTx" presStyleLbl="revTx" presStyleIdx="1" presStyleCnt="6">
        <dgm:presLayoutVars/>
      </dgm:prSet>
      <dgm:spPr/>
    </dgm:pt>
    <dgm:pt modelId="{B332BE7A-CA47-4663-B7E3-88FD7405E5E4}" type="pres">
      <dgm:prSet presAssocID="{81803F8D-2BE2-4AF3-A777-4A0A29301626}" presName="sibTrans" presStyleCnt="0"/>
      <dgm:spPr/>
    </dgm:pt>
    <dgm:pt modelId="{1DFF3E94-D002-4189-A0C1-AC0C0E9FF143}" type="pres">
      <dgm:prSet presAssocID="{DDF5F26D-C5C9-451C-8F58-372DAF0B732A}" presName="compNode" presStyleCnt="0"/>
      <dgm:spPr/>
    </dgm:pt>
    <dgm:pt modelId="{DB7636DA-DFE0-4991-AB28-0D3317DD03DE}" type="pres">
      <dgm:prSet presAssocID="{DDF5F26D-C5C9-451C-8F58-372DAF0B73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73BA033-A5E5-44AB-A83E-AEF2ACB55AE6}" type="pres">
      <dgm:prSet presAssocID="{DDF5F26D-C5C9-451C-8F58-372DAF0B732A}" presName="iconSpace" presStyleCnt="0"/>
      <dgm:spPr/>
    </dgm:pt>
    <dgm:pt modelId="{2CE6D2C6-DB05-4AA6-AD6C-DF45F6E1758D}" type="pres">
      <dgm:prSet presAssocID="{DDF5F26D-C5C9-451C-8F58-372DAF0B732A}" presName="parTx" presStyleLbl="revTx" presStyleIdx="2" presStyleCnt="6">
        <dgm:presLayoutVars>
          <dgm:chMax val="0"/>
          <dgm:chPref val="0"/>
        </dgm:presLayoutVars>
      </dgm:prSet>
      <dgm:spPr/>
    </dgm:pt>
    <dgm:pt modelId="{494B7A38-D4D7-4FE8-B15E-9CD69C72A358}" type="pres">
      <dgm:prSet presAssocID="{DDF5F26D-C5C9-451C-8F58-372DAF0B732A}" presName="txSpace" presStyleCnt="0"/>
      <dgm:spPr/>
    </dgm:pt>
    <dgm:pt modelId="{2D8C148B-E9CB-4CAC-B2E3-43395050D217}" type="pres">
      <dgm:prSet presAssocID="{DDF5F26D-C5C9-451C-8F58-372DAF0B732A}" presName="desTx" presStyleLbl="revTx" presStyleIdx="3" presStyleCnt="6">
        <dgm:presLayoutVars/>
      </dgm:prSet>
      <dgm:spPr/>
    </dgm:pt>
    <dgm:pt modelId="{FBA62BB3-8471-428C-A948-8F4988C620A8}" type="pres">
      <dgm:prSet presAssocID="{3485CDCF-43CC-4FD9-B054-59656DBA6CCB}" presName="sibTrans" presStyleCnt="0"/>
      <dgm:spPr/>
    </dgm:pt>
    <dgm:pt modelId="{40375069-DA9F-4D93-8420-3E4A6A01A0AD}" type="pres">
      <dgm:prSet presAssocID="{0D066508-9558-4015-A382-FE3FC6A3224A}" presName="compNode" presStyleCnt="0"/>
      <dgm:spPr/>
    </dgm:pt>
    <dgm:pt modelId="{F4457F01-7385-48C8-9B18-1093B2222E11}" type="pres">
      <dgm:prSet presAssocID="{0D066508-9558-4015-A382-FE3FC6A3224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4431AC6-EC5D-4272-B460-8B07507DD1D2}" type="pres">
      <dgm:prSet presAssocID="{0D066508-9558-4015-A382-FE3FC6A3224A}" presName="iconSpace" presStyleCnt="0"/>
      <dgm:spPr/>
    </dgm:pt>
    <dgm:pt modelId="{BE89405C-A2AF-400B-A685-D01D8C347E53}" type="pres">
      <dgm:prSet presAssocID="{0D066508-9558-4015-A382-FE3FC6A3224A}" presName="parTx" presStyleLbl="revTx" presStyleIdx="4" presStyleCnt="6">
        <dgm:presLayoutVars>
          <dgm:chMax val="0"/>
          <dgm:chPref val="0"/>
        </dgm:presLayoutVars>
      </dgm:prSet>
      <dgm:spPr/>
    </dgm:pt>
    <dgm:pt modelId="{DDC42C35-69D6-4C68-B45E-3255FDB5130A}" type="pres">
      <dgm:prSet presAssocID="{0D066508-9558-4015-A382-FE3FC6A3224A}" presName="txSpace" presStyleCnt="0"/>
      <dgm:spPr/>
    </dgm:pt>
    <dgm:pt modelId="{285C16A1-4107-4E8B-B8A4-65D89BFD532A}" type="pres">
      <dgm:prSet presAssocID="{0D066508-9558-4015-A382-FE3FC6A3224A}" presName="desTx" presStyleLbl="revTx" presStyleIdx="5" presStyleCnt="6">
        <dgm:presLayoutVars/>
      </dgm:prSet>
      <dgm:spPr/>
    </dgm:pt>
  </dgm:ptLst>
  <dgm:cxnLst>
    <dgm:cxn modelId="{FB6A5404-BFD0-4814-96C9-0DA427A13C43}" type="presOf" srcId="{DDF5F26D-C5C9-451C-8F58-372DAF0B732A}" destId="{2CE6D2C6-DB05-4AA6-AD6C-DF45F6E1758D}" srcOrd="0" destOrd="0" presId="urn:microsoft.com/office/officeart/2018/2/layout/IconLabelDescriptionList"/>
    <dgm:cxn modelId="{966DC724-F69A-4459-B559-DAF76DE45C62}" type="presOf" srcId="{888AB3D2-9CD6-4061-A41D-643B217DF2B9}" destId="{9C109E7C-D57E-48A5-A425-02BFA9959328}" srcOrd="0" destOrd="0" presId="urn:microsoft.com/office/officeart/2018/2/layout/IconLabelDescriptionList"/>
    <dgm:cxn modelId="{FCBB8F31-E18F-4910-90B8-90394E48B6A5}" srcId="{F31C78B4-1D52-48FD-84C3-701E55EFA2F4}" destId="{888AB3D2-9CD6-4061-A41D-643B217DF2B9}" srcOrd="0" destOrd="0" parTransId="{C13A8293-E75A-45D3-A40B-C37C6FA0152A}" sibTransId="{81803F8D-2BE2-4AF3-A777-4A0A29301626}"/>
    <dgm:cxn modelId="{BD9FB735-8870-465B-B1D2-DBF29ABF16AF}" type="presOf" srcId="{0D066508-9558-4015-A382-FE3FC6A3224A}" destId="{BE89405C-A2AF-400B-A685-D01D8C347E53}" srcOrd="0" destOrd="0" presId="urn:microsoft.com/office/officeart/2018/2/layout/IconLabelDescriptionList"/>
    <dgm:cxn modelId="{7B741D75-B5E9-4E80-BFF9-AB3CC3443607}" srcId="{0D066508-9558-4015-A382-FE3FC6A3224A}" destId="{A021BA98-C3F0-496A-AEBF-994DD9176CF5}" srcOrd="0" destOrd="0" parTransId="{6BFD82CA-DD42-4FDB-B603-1032518AF977}" sibTransId="{7FF058E9-A5AE-4024-A73C-81EEB0B29B0D}"/>
    <dgm:cxn modelId="{231ADF55-1017-4B1D-A93A-DB8E8A18770B}" type="presOf" srcId="{FF35AAA9-01C2-4ECE-8CB8-159F0C6E5FA2}" destId="{285C16A1-4107-4E8B-B8A4-65D89BFD532A}" srcOrd="0" destOrd="2" presId="urn:microsoft.com/office/officeart/2018/2/layout/IconLabelDescriptionList"/>
    <dgm:cxn modelId="{02D6D256-24D4-47CC-8BDB-C4CE1C597584}" srcId="{0D066508-9558-4015-A382-FE3FC6A3224A}" destId="{24A7C763-C139-4D07-BFDC-84F763C65A70}" srcOrd="1" destOrd="0" parTransId="{0E1CBC60-9A7D-4313-B33A-116B7333B0C4}" sibTransId="{58987012-FA26-4FC5-83ED-2B48EB2951F0}"/>
    <dgm:cxn modelId="{02DD2C8B-233A-4173-9DC1-41AED33D5839}" type="presOf" srcId="{A021BA98-C3F0-496A-AEBF-994DD9176CF5}" destId="{285C16A1-4107-4E8B-B8A4-65D89BFD532A}" srcOrd="0" destOrd="0" presId="urn:microsoft.com/office/officeart/2018/2/layout/IconLabelDescriptionList"/>
    <dgm:cxn modelId="{6AA369B0-8859-4D2E-8838-0E6F082C207E}" type="presOf" srcId="{24A7C763-C139-4D07-BFDC-84F763C65A70}" destId="{285C16A1-4107-4E8B-B8A4-65D89BFD532A}" srcOrd="0" destOrd="1" presId="urn:microsoft.com/office/officeart/2018/2/layout/IconLabelDescriptionList"/>
    <dgm:cxn modelId="{704555B7-3EEA-46F2-A0F5-B93781F1D787}" srcId="{F31C78B4-1D52-48FD-84C3-701E55EFA2F4}" destId="{DDF5F26D-C5C9-451C-8F58-372DAF0B732A}" srcOrd="1" destOrd="0" parTransId="{C17E219B-BC15-4929-9DC4-86A41ECF5CF6}" sibTransId="{3485CDCF-43CC-4FD9-B054-59656DBA6CCB}"/>
    <dgm:cxn modelId="{BFD07BBE-0702-4C77-82B4-FE019EF1B5E8}" srcId="{F31C78B4-1D52-48FD-84C3-701E55EFA2F4}" destId="{0D066508-9558-4015-A382-FE3FC6A3224A}" srcOrd="2" destOrd="0" parTransId="{E7966847-3084-4DCB-8855-55C0E3C7D47D}" sibTransId="{6C006617-23F2-48BC-92C3-5E136D9B9AB1}"/>
    <dgm:cxn modelId="{847FF1EB-159A-4591-A6D8-E069F09552CD}" type="presOf" srcId="{F31C78B4-1D52-48FD-84C3-701E55EFA2F4}" destId="{F65687DA-79AE-43C3-B341-05FE8A0B747F}" srcOrd="0" destOrd="0" presId="urn:microsoft.com/office/officeart/2018/2/layout/IconLabelDescriptionList"/>
    <dgm:cxn modelId="{7075EFF2-DE5D-4315-AA6D-2BDE5688DB9E}" srcId="{0D066508-9558-4015-A382-FE3FC6A3224A}" destId="{FF35AAA9-01C2-4ECE-8CB8-159F0C6E5FA2}" srcOrd="2" destOrd="0" parTransId="{1C92E0B2-CCE7-456D-B50B-6C0C2D31E5DC}" sibTransId="{07C00E98-9C63-4B0F-9774-891BD8204612}"/>
    <dgm:cxn modelId="{01706416-C4AC-4E85-9597-D1EC7D07A599}" type="presParOf" srcId="{F65687DA-79AE-43C3-B341-05FE8A0B747F}" destId="{6665FF33-0EA1-49FD-9196-65F50C24E7B1}" srcOrd="0" destOrd="0" presId="urn:microsoft.com/office/officeart/2018/2/layout/IconLabelDescriptionList"/>
    <dgm:cxn modelId="{E2CC3E17-F332-4296-80B3-1FFD08DD64E6}" type="presParOf" srcId="{6665FF33-0EA1-49FD-9196-65F50C24E7B1}" destId="{F0718E73-CB60-47B7-88F1-54D688AB57CE}" srcOrd="0" destOrd="0" presId="urn:microsoft.com/office/officeart/2018/2/layout/IconLabelDescriptionList"/>
    <dgm:cxn modelId="{3D4871D6-7ACA-4537-84C6-A1FABBE07A91}" type="presParOf" srcId="{6665FF33-0EA1-49FD-9196-65F50C24E7B1}" destId="{849DD698-9952-4C75-8801-6BB3A3EAC566}" srcOrd="1" destOrd="0" presId="urn:microsoft.com/office/officeart/2018/2/layout/IconLabelDescriptionList"/>
    <dgm:cxn modelId="{FCB215C6-5E27-4E69-988C-57C422ADE302}" type="presParOf" srcId="{6665FF33-0EA1-49FD-9196-65F50C24E7B1}" destId="{9C109E7C-D57E-48A5-A425-02BFA9959328}" srcOrd="2" destOrd="0" presId="urn:microsoft.com/office/officeart/2018/2/layout/IconLabelDescriptionList"/>
    <dgm:cxn modelId="{BEB02A37-4CA3-41F5-A9AB-91CD271C61A7}" type="presParOf" srcId="{6665FF33-0EA1-49FD-9196-65F50C24E7B1}" destId="{DED59A49-F04C-4669-B7CB-3CCCC91B241B}" srcOrd="3" destOrd="0" presId="urn:microsoft.com/office/officeart/2018/2/layout/IconLabelDescriptionList"/>
    <dgm:cxn modelId="{9223A99C-3E7A-42D0-AD2E-C7D25192BBF5}" type="presParOf" srcId="{6665FF33-0EA1-49FD-9196-65F50C24E7B1}" destId="{4AB7C37A-15B4-4AA7-A4D5-FDAD824D9970}" srcOrd="4" destOrd="0" presId="urn:microsoft.com/office/officeart/2018/2/layout/IconLabelDescriptionList"/>
    <dgm:cxn modelId="{264C6DDC-FAF9-478E-8E8D-7E3F93E10862}" type="presParOf" srcId="{F65687DA-79AE-43C3-B341-05FE8A0B747F}" destId="{B332BE7A-CA47-4663-B7E3-88FD7405E5E4}" srcOrd="1" destOrd="0" presId="urn:microsoft.com/office/officeart/2018/2/layout/IconLabelDescriptionList"/>
    <dgm:cxn modelId="{D3CD27F5-5BAA-4CD4-8D15-A5F43C38B5D4}" type="presParOf" srcId="{F65687DA-79AE-43C3-B341-05FE8A0B747F}" destId="{1DFF3E94-D002-4189-A0C1-AC0C0E9FF143}" srcOrd="2" destOrd="0" presId="urn:microsoft.com/office/officeart/2018/2/layout/IconLabelDescriptionList"/>
    <dgm:cxn modelId="{155ADECD-5A8E-4467-9B41-22F41CEA6AE3}" type="presParOf" srcId="{1DFF3E94-D002-4189-A0C1-AC0C0E9FF143}" destId="{DB7636DA-DFE0-4991-AB28-0D3317DD03DE}" srcOrd="0" destOrd="0" presId="urn:microsoft.com/office/officeart/2018/2/layout/IconLabelDescriptionList"/>
    <dgm:cxn modelId="{8CD0EE28-45FF-4EC9-B356-7BA870E97B56}" type="presParOf" srcId="{1DFF3E94-D002-4189-A0C1-AC0C0E9FF143}" destId="{E73BA033-A5E5-44AB-A83E-AEF2ACB55AE6}" srcOrd="1" destOrd="0" presId="urn:microsoft.com/office/officeart/2018/2/layout/IconLabelDescriptionList"/>
    <dgm:cxn modelId="{442ACF7F-2894-4D60-A32C-8E4A0468756A}" type="presParOf" srcId="{1DFF3E94-D002-4189-A0C1-AC0C0E9FF143}" destId="{2CE6D2C6-DB05-4AA6-AD6C-DF45F6E1758D}" srcOrd="2" destOrd="0" presId="urn:microsoft.com/office/officeart/2018/2/layout/IconLabelDescriptionList"/>
    <dgm:cxn modelId="{9D4E5072-7A4B-4C58-9EE7-49221F2BE5D3}" type="presParOf" srcId="{1DFF3E94-D002-4189-A0C1-AC0C0E9FF143}" destId="{494B7A38-D4D7-4FE8-B15E-9CD69C72A358}" srcOrd="3" destOrd="0" presId="urn:microsoft.com/office/officeart/2018/2/layout/IconLabelDescriptionList"/>
    <dgm:cxn modelId="{9FC37CE7-9C03-42E6-8566-D126296D262E}" type="presParOf" srcId="{1DFF3E94-D002-4189-A0C1-AC0C0E9FF143}" destId="{2D8C148B-E9CB-4CAC-B2E3-43395050D217}" srcOrd="4" destOrd="0" presId="urn:microsoft.com/office/officeart/2018/2/layout/IconLabelDescriptionList"/>
    <dgm:cxn modelId="{B1655027-F1E6-432B-87F0-20845A88E89E}" type="presParOf" srcId="{F65687DA-79AE-43C3-B341-05FE8A0B747F}" destId="{FBA62BB3-8471-428C-A948-8F4988C620A8}" srcOrd="3" destOrd="0" presId="urn:microsoft.com/office/officeart/2018/2/layout/IconLabelDescriptionList"/>
    <dgm:cxn modelId="{6356BCB6-A4BE-4F49-AF0F-9F00EFCE031B}" type="presParOf" srcId="{F65687DA-79AE-43C3-B341-05FE8A0B747F}" destId="{40375069-DA9F-4D93-8420-3E4A6A01A0AD}" srcOrd="4" destOrd="0" presId="urn:microsoft.com/office/officeart/2018/2/layout/IconLabelDescriptionList"/>
    <dgm:cxn modelId="{788C12FE-66E2-465E-9A11-5A5DCD8144FD}" type="presParOf" srcId="{40375069-DA9F-4D93-8420-3E4A6A01A0AD}" destId="{F4457F01-7385-48C8-9B18-1093B2222E11}" srcOrd="0" destOrd="0" presId="urn:microsoft.com/office/officeart/2018/2/layout/IconLabelDescriptionList"/>
    <dgm:cxn modelId="{33948311-F1D9-41DF-996C-DB6DAC2B12ED}" type="presParOf" srcId="{40375069-DA9F-4D93-8420-3E4A6A01A0AD}" destId="{44431AC6-EC5D-4272-B460-8B07507DD1D2}" srcOrd="1" destOrd="0" presId="urn:microsoft.com/office/officeart/2018/2/layout/IconLabelDescriptionList"/>
    <dgm:cxn modelId="{DC349064-446D-4912-89CA-0376AFBCAB4C}" type="presParOf" srcId="{40375069-DA9F-4D93-8420-3E4A6A01A0AD}" destId="{BE89405C-A2AF-400B-A685-D01D8C347E53}" srcOrd="2" destOrd="0" presId="urn:microsoft.com/office/officeart/2018/2/layout/IconLabelDescriptionList"/>
    <dgm:cxn modelId="{761C8E99-B03C-43A3-9958-B9CC2AE9DC09}" type="presParOf" srcId="{40375069-DA9F-4D93-8420-3E4A6A01A0AD}" destId="{DDC42C35-69D6-4C68-B45E-3255FDB5130A}" srcOrd="3" destOrd="0" presId="urn:microsoft.com/office/officeart/2018/2/layout/IconLabelDescriptionList"/>
    <dgm:cxn modelId="{49FCD3B0-83E5-4E36-AF4F-70442B61C659}" type="presParOf" srcId="{40375069-DA9F-4D93-8420-3E4A6A01A0AD}" destId="{285C16A1-4107-4E8B-B8A4-65D89BFD532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792F4-3DEC-42F4-A215-D5F82A842E19}">
      <dsp:nvSpPr>
        <dsp:cNvPr id="0" name=""/>
        <dsp:cNvSpPr/>
      </dsp:nvSpPr>
      <dsp:spPr>
        <a:xfrm>
          <a:off x="0" y="0"/>
          <a:ext cx="63738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59076-7590-452E-B29C-986DBBFC8DDA}">
      <dsp:nvSpPr>
        <dsp:cNvPr id="0" name=""/>
        <dsp:cNvSpPr/>
      </dsp:nvSpPr>
      <dsp:spPr>
        <a:xfrm>
          <a:off x="0" y="0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To design and develop a </a:t>
          </a:r>
          <a:r>
            <a:rPr lang="en-US" sz="2300" b="1" kern="1200" dirty="0"/>
            <a:t>console-based application</a:t>
          </a:r>
          <a:r>
            <a:rPr lang="en-US" sz="2300" kern="1200" dirty="0"/>
            <a:t> that helps administrators handle health insurance policies and members.</a:t>
          </a:r>
        </a:p>
      </dsp:txBody>
      <dsp:txXfrm>
        <a:off x="0" y="0"/>
        <a:ext cx="6373813" cy="1439862"/>
      </dsp:txXfrm>
    </dsp:sp>
    <dsp:sp modelId="{1DF4B6AF-D196-4A56-B9A2-BE52FE726C35}">
      <dsp:nvSpPr>
        <dsp:cNvPr id="0" name=""/>
        <dsp:cNvSpPr/>
      </dsp:nvSpPr>
      <dsp:spPr>
        <a:xfrm>
          <a:off x="0" y="1439862"/>
          <a:ext cx="6373813" cy="0"/>
        </a:xfrm>
        <a:prstGeom prst="line">
          <a:avLst/>
        </a:prstGeom>
        <a:solidFill>
          <a:schemeClr val="accent2">
            <a:hueOff val="2564293"/>
            <a:satOff val="2735"/>
            <a:lumOff val="850"/>
            <a:alphaOff val="0"/>
          </a:schemeClr>
        </a:solidFill>
        <a:ln w="12700" cap="flat" cmpd="sng" algn="ctr">
          <a:solidFill>
            <a:schemeClr val="accent2">
              <a:hueOff val="2564293"/>
              <a:satOff val="2735"/>
              <a:lumOff val="8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3967C-0CB0-400D-903F-2393CC344BFC}">
      <dsp:nvSpPr>
        <dsp:cNvPr id="0" name=""/>
        <dsp:cNvSpPr/>
      </dsp:nvSpPr>
      <dsp:spPr>
        <a:xfrm>
          <a:off x="0" y="1439862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To </a:t>
          </a:r>
          <a:r>
            <a:rPr lang="en-US" sz="2300" b="1" kern="1200" dirty="0"/>
            <a:t>implement OOP </a:t>
          </a:r>
          <a:r>
            <a:rPr lang="en-US" sz="2300" b="1" kern="1200" dirty="0" err="1"/>
            <a:t>cocepts</a:t>
          </a:r>
          <a:r>
            <a:rPr lang="en-US" sz="2300" kern="1200" dirty="0"/>
            <a:t> in Java effectively.</a:t>
          </a:r>
        </a:p>
      </dsp:txBody>
      <dsp:txXfrm>
        <a:off x="0" y="1439862"/>
        <a:ext cx="6373813" cy="1439862"/>
      </dsp:txXfrm>
    </dsp:sp>
    <dsp:sp modelId="{6596C62C-B42A-4FC0-942E-207336B2280E}">
      <dsp:nvSpPr>
        <dsp:cNvPr id="0" name=""/>
        <dsp:cNvSpPr/>
      </dsp:nvSpPr>
      <dsp:spPr>
        <a:xfrm>
          <a:off x="0" y="2879725"/>
          <a:ext cx="6373813" cy="0"/>
        </a:xfrm>
        <a:prstGeom prst="line">
          <a:avLst/>
        </a:prstGeom>
        <a:solidFill>
          <a:schemeClr val="accent2">
            <a:hueOff val="5128586"/>
            <a:satOff val="5470"/>
            <a:lumOff val="1701"/>
            <a:alphaOff val="0"/>
          </a:schemeClr>
        </a:solidFill>
        <a:ln w="12700" cap="flat" cmpd="sng" algn="ctr">
          <a:solidFill>
            <a:schemeClr val="accent2">
              <a:hueOff val="5128586"/>
              <a:satOff val="5470"/>
              <a:lumOff val="1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0622C-1890-4535-91E8-7E3273B69A6F}">
      <dsp:nvSpPr>
        <dsp:cNvPr id="0" name=""/>
        <dsp:cNvSpPr/>
      </dsp:nvSpPr>
      <dsp:spPr>
        <a:xfrm>
          <a:off x="0" y="2879724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 allow administrators to manage </a:t>
          </a:r>
          <a:r>
            <a:rPr lang="en-US" sz="2300" b="1" kern="1200"/>
            <a:t>member creation, assignment, claims, and reports</a:t>
          </a:r>
          <a:r>
            <a:rPr lang="en-US" sz="2300" kern="1200"/>
            <a:t> seamlessly.</a:t>
          </a:r>
        </a:p>
      </dsp:txBody>
      <dsp:txXfrm>
        <a:off x="0" y="2879724"/>
        <a:ext cx="6373813" cy="1439862"/>
      </dsp:txXfrm>
    </dsp:sp>
    <dsp:sp modelId="{EC5AC4C5-7077-42C0-9879-B8F2841308AE}">
      <dsp:nvSpPr>
        <dsp:cNvPr id="0" name=""/>
        <dsp:cNvSpPr/>
      </dsp:nvSpPr>
      <dsp:spPr>
        <a:xfrm>
          <a:off x="0" y="4319587"/>
          <a:ext cx="6373813" cy="0"/>
        </a:xfrm>
        <a:prstGeom prst="line">
          <a:avLst/>
        </a:prstGeom>
        <a:solidFill>
          <a:schemeClr val="accent2">
            <a:hueOff val="7692880"/>
            <a:satOff val="8205"/>
            <a:lumOff val="2551"/>
            <a:alphaOff val="0"/>
          </a:schemeClr>
        </a:solidFill>
        <a:ln w="12700" cap="flat" cmpd="sng" algn="ctr">
          <a:solidFill>
            <a:schemeClr val="accent2">
              <a:hueOff val="7692880"/>
              <a:satOff val="8205"/>
              <a:lumOff val="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4EA01-D7B1-4561-8D4E-CF37D46A2436}">
      <dsp:nvSpPr>
        <dsp:cNvPr id="0" name=""/>
        <dsp:cNvSpPr/>
      </dsp:nvSpPr>
      <dsp:spPr>
        <a:xfrm>
          <a:off x="0" y="4319587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 maintain data consistency using </a:t>
          </a:r>
          <a:r>
            <a:rPr lang="en-US" sz="2300" b="1" kern="1200"/>
            <a:t>HashMap collections</a:t>
          </a:r>
          <a:r>
            <a:rPr lang="en-US" sz="2300" kern="1200"/>
            <a:t>.</a:t>
          </a:r>
        </a:p>
      </dsp:txBody>
      <dsp:txXfrm>
        <a:off x="0" y="4319587"/>
        <a:ext cx="6373813" cy="1439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D307F-75B5-4798-9DA2-E34303D47236}">
      <dsp:nvSpPr>
        <dsp:cNvPr id="0" name=""/>
        <dsp:cNvSpPr/>
      </dsp:nvSpPr>
      <dsp:spPr>
        <a:xfrm>
          <a:off x="0" y="0"/>
          <a:ext cx="63738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3C3DE-C7EE-409E-97C4-1BC131340573}">
      <dsp:nvSpPr>
        <dsp:cNvPr id="0" name=""/>
        <dsp:cNvSpPr/>
      </dsp:nvSpPr>
      <dsp:spPr>
        <a:xfrm>
          <a:off x="0" y="0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This project simulates the operations of a health insurance company where an </a:t>
          </a:r>
          <a:r>
            <a:rPr lang="en-US" sz="2800" b="1" i="0" kern="1200" baseline="0"/>
            <a:t>admin</a:t>
          </a:r>
          <a:r>
            <a:rPr lang="en-US" sz="2800" b="0" i="0" kern="1200" baseline="0"/>
            <a:t> manages all policyholders.</a:t>
          </a:r>
          <a:endParaRPr lang="en-US" sz="2800" kern="1200"/>
        </a:p>
      </dsp:txBody>
      <dsp:txXfrm>
        <a:off x="0" y="0"/>
        <a:ext cx="6373813" cy="1439862"/>
      </dsp:txXfrm>
    </dsp:sp>
    <dsp:sp modelId="{2E14262F-7D42-4EB1-8AEE-1487EF0BAE81}">
      <dsp:nvSpPr>
        <dsp:cNvPr id="0" name=""/>
        <dsp:cNvSpPr/>
      </dsp:nvSpPr>
      <dsp:spPr>
        <a:xfrm>
          <a:off x="0" y="1439862"/>
          <a:ext cx="6373813" cy="0"/>
        </a:xfrm>
        <a:prstGeom prst="line">
          <a:avLst/>
        </a:prstGeom>
        <a:solidFill>
          <a:schemeClr val="accent2">
            <a:hueOff val="2564293"/>
            <a:satOff val="2735"/>
            <a:lumOff val="850"/>
            <a:alphaOff val="0"/>
          </a:schemeClr>
        </a:solidFill>
        <a:ln w="12700" cap="flat" cmpd="sng" algn="ctr">
          <a:solidFill>
            <a:schemeClr val="accent2">
              <a:hueOff val="2564293"/>
              <a:satOff val="2735"/>
              <a:lumOff val="8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41363-6257-441A-B259-B848D3DBF5F8}">
      <dsp:nvSpPr>
        <dsp:cNvPr id="0" name=""/>
        <dsp:cNvSpPr/>
      </dsp:nvSpPr>
      <dsp:spPr>
        <a:xfrm>
          <a:off x="0" y="1439862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Members can be added, upgraded, or removed from the system.</a:t>
          </a:r>
          <a:endParaRPr lang="en-US" sz="2800" kern="1200"/>
        </a:p>
      </dsp:txBody>
      <dsp:txXfrm>
        <a:off x="0" y="1439862"/>
        <a:ext cx="6373813" cy="1439862"/>
      </dsp:txXfrm>
    </dsp:sp>
    <dsp:sp modelId="{D0B2FFA3-3CA9-486E-852E-A31EF31902D7}">
      <dsp:nvSpPr>
        <dsp:cNvPr id="0" name=""/>
        <dsp:cNvSpPr/>
      </dsp:nvSpPr>
      <dsp:spPr>
        <a:xfrm>
          <a:off x="0" y="2879725"/>
          <a:ext cx="6373813" cy="0"/>
        </a:xfrm>
        <a:prstGeom prst="line">
          <a:avLst/>
        </a:prstGeom>
        <a:solidFill>
          <a:schemeClr val="accent2">
            <a:hueOff val="5128586"/>
            <a:satOff val="5470"/>
            <a:lumOff val="1701"/>
            <a:alphaOff val="0"/>
          </a:schemeClr>
        </a:solidFill>
        <a:ln w="12700" cap="flat" cmpd="sng" algn="ctr">
          <a:solidFill>
            <a:schemeClr val="accent2">
              <a:hueOff val="5128586"/>
              <a:satOff val="5470"/>
              <a:lumOff val="1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3D8AA-FE42-47EB-8732-BEFE5E051B61}">
      <dsp:nvSpPr>
        <dsp:cNvPr id="0" name=""/>
        <dsp:cNvSpPr/>
      </dsp:nvSpPr>
      <dsp:spPr>
        <a:xfrm>
          <a:off x="0" y="2879724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The system calculates </a:t>
          </a:r>
          <a:r>
            <a:rPr lang="en-US" sz="2800" b="1" i="0" kern="1200" baseline="0"/>
            <a:t>claims, total revenue</a:t>
          </a:r>
          <a:r>
            <a:rPr lang="en-US" sz="2800" b="0" i="0" kern="1200" baseline="0"/>
            <a:t>, and supports </a:t>
          </a:r>
          <a:r>
            <a:rPr lang="en-US" sz="2800" b="1" i="0" kern="1200" baseline="0"/>
            <a:t>policy upgrades</a:t>
          </a:r>
          <a:r>
            <a:rPr lang="en-US" sz="2800" b="0" i="0" kern="1200" baseline="0"/>
            <a:t> based on income.</a:t>
          </a:r>
          <a:endParaRPr lang="en-US" sz="2800" kern="1200"/>
        </a:p>
      </dsp:txBody>
      <dsp:txXfrm>
        <a:off x="0" y="2879724"/>
        <a:ext cx="6373813" cy="1439862"/>
      </dsp:txXfrm>
    </dsp:sp>
    <dsp:sp modelId="{44B7193B-AE7D-400B-B4E1-A150430113D6}">
      <dsp:nvSpPr>
        <dsp:cNvPr id="0" name=""/>
        <dsp:cNvSpPr/>
      </dsp:nvSpPr>
      <dsp:spPr>
        <a:xfrm>
          <a:off x="0" y="4319587"/>
          <a:ext cx="6373813" cy="0"/>
        </a:xfrm>
        <a:prstGeom prst="line">
          <a:avLst/>
        </a:prstGeom>
        <a:solidFill>
          <a:schemeClr val="accent2">
            <a:hueOff val="7692880"/>
            <a:satOff val="8205"/>
            <a:lumOff val="2551"/>
            <a:alphaOff val="0"/>
          </a:schemeClr>
        </a:solidFill>
        <a:ln w="12700" cap="flat" cmpd="sng" algn="ctr">
          <a:solidFill>
            <a:schemeClr val="accent2">
              <a:hueOff val="7692880"/>
              <a:satOff val="8205"/>
              <a:lumOff val="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44BDA-2B0E-44F7-8506-2CFC0502EF9B}">
      <dsp:nvSpPr>
        <dsp:cNvPr id="0" name=""/>
        <dsp:cNvSpPr/>
      </dsp:nvSpPr>
      <dsp:spPr>
        <a:xfrm>
          <a:off x="0" y="4319587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It’s a </a:t>
          </a:r>
          <a:r>
            <a:rPr lang="en-US" sz="2800" b="1" i="0" kern="1200" baseline="0"/>
            <a:t>menu-driven console program</a:t>
          </a:r>
          <a:r>
            <a:rPr lang="en-US" sz="2800" b="0" i="0" kern="1200" baseline="0"/>
            <a:t> demonstrating real-world object mapping in Java.</a:t>
          </a:r>
          <a:endParaRPr lang="en-US" sz="2800" kern="1200"/>
        </a:p>
      </dsp:txBody>
      <dsp:txXfrm>
        <a:off x="0" y="4319587"/>
        <a:ext cx="6373813" cy="1439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F36A4-CB87-4941-861D-53CC11FF4850}">
      <dsp:nvSpPr>
        <dsp:cNvPr id="0" name=""/>
        <dsp:cNvSpPr/>
      </dsp:nvSpPr>
      <dsp:spPr>
        <a:xfrm>
          <a:off x="0" y="2812"/>
          <a:ext cx="63738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F0C72-CD17-4E7B-870E-B5AD2FFB4382}">
      <dsp:nvSpPr>
        <dsp:cNvPr id="0" name=""/>
        <dsp:cNvSpPr/>
      </dsp:nvSpPr>
      <dsp:spPr>
        <a:xfrm>
          <a:off x="0" y="2812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Technologies Used:</a:t>
          </a:r>
          <a:endParaRPr lang="en-US" sz="2700" kern="1200"/>
        </a:p>
      </dsp:txBody>
      <dsp:txXfrm>
        <a:off x="0" y="2812"/>
        <a:ext cx="6373813" cy="958970"/>
      </dsp:txXfrm>
    </dsp:sp>
    <dsp:sp modelId="{BD209465-3CB6-4F32-8214-D787CAAD3552}">
      <dsp:nvSpPr>
        <dsp:cNvPr id="0" name=""/>
        <dsp:cNvSpPr/>
      </dsp:nvSpPr>
      <dsp:spPr>
        <a:xfrm>
          <a:off x="0" y="961783"/>
          <a:ext cx="6373813" cy="0"/>
        </a:xfrm>
        <a:prstGeom prst="line">
          <a:avLst/>
        </a:prstGeom>
        <a:solidFill>
          <a:schemeClr val="accent2">
            <a:hueOff val="1538576"/>
            <a:satOff val="1641"/>
            <a:lumOff val="510"/>
            <a:alphaOff val="0"/>
          </a:schemeClr>
        </a:solidFill>
        <a:ln w="12700" cap="flat" cmpd="sng" algn="ctr">
          <a:solidFill>
            <a:schemeClr val="accent2">
              <a:hueOff val="1538576"/>
              <a:satOff val="1641"/>
              <a:lumOff val="5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0AF75-65F6-42B5-89D4-21FF98A3CC82}">
      <dsp:nvSpPr>
        <dsp:cNvPr id="0" name=""/>
        <dsp:cNvSpPr/>
      </dsp:nvSpPr>
      <dsp:spPr>
        <a:xfrm>
          <a:off x="0" y="961783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Programming Language:</a:t>
          </a:r>
          <a:r>
            <a:rPr lang="en-IN" sz="2700" kern="1200"/>
            <a:t> Java</a:t>
          </a:r>
          <a:endParaRPr lang="en-US" sz="2700" kern="1200"/>
        </a:p>
      </dsp:txBody>
      <dsp:txXfrm>
        <a:off x="0" y="961783"/>
        <a:ext cx="6373813" cy="958970"/>
      </dsp:txXfrm>
    </dsp:sp>
    <dsp:sp modelId="{5B856980-C092-4F7B-AE5F-3D442309A53B}">
      <dsp:nvSpPr>
        <dsp:cNvPr id="0" name=""/>
        <dsp:cNvSpPr/>
      </dsp:nvSpPr>
      <dsp:spPr>
        <a:xfrm>
          <a:off x="0" y="1920754"/>
          <a:ext cx="6373813" cy="0"/>
        </a:xfrm>
        <a:prstGeom prst="line">
          <a:avLst/>
        </a:prstGeom>
        <a:solidFill>
          <a:schemeClr val="accent2">
            <a:hueOff val="3077152"/>
            <a:satOff val="3282"/>
            <a:lumOff val="1020"/>
            <a:alphaOff val="0"/>
          </a:schemeClr>
        </a:solidFill>
        <a:ln w="12700" cap="flat" cmpd="sng" algn="ctr">
          <a:solidFill>
            <a:schemeClr val="accent2">
              <a:hueOff val="3077152"/>
              <a:satOff val="3282"/>
              <a:lumOff val="10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AC1A9-F7C4-4509-B4F1-6053D3C8E1CD}">
      <dsp:nvSpPr>
        <dsp:cNvPr id="0" name=""/>
        <dsp:cNvSpPr/>
      </dsp:nvSpPr>
      <dsp:spPr>
        <a:xfrm>
          <a:off x="0" y="1920754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IDE:</a:t>
          </a:r>
          <a:r>
            <a:rPr lang="en-IN" sz="2700" kern="1200"/>
            <a:t> Eclipse</a:t>
          </a:r>
          <a:endParaRPr lang="en-US" sz="2700" kern="1200"/>
        </a:p>
      </dsp:txBody>
      <dsp:txXfrm>
        <a:off x="0" y="1920754"/>
        <a:ext cx="6373813" cy="958970"/>
      </dsp:txXfrm>
    </dsp:sp>
    <dsp:sp modelId="{DDD5C372-1EB2-48E9-B2E0-25FCEC7C2B7B}">
      <dsp:nvSpPr>
        <dsp:cNvPr id="0" name=""/>
        <dsp:cNvSpPr/>
      </dsp:nvSpPr>
      <dsp:spPr>
        <a:xfrm>
          <a:off x="0" y="2879725"/>
          <a:ext cx="6373813" cy="0"/>
        </a:xfrm>
        <a:prstGeom prst="line">
          <a:avLst/>
        </a:prstGeom>
        <a:solidFill>
          <a:schemeClr val="accent2">
            <a:hueOff val="4615728"/>
            <a:satOff val="4923"/>
            <a:lumOff val="1531"/>
            <a:alphaOff val="0"/>
          </a:schemeClr>
        </a:solidFill>
        <a:ln w="12700" cap="flat" cmpd="sng" algn="ctr">
          <a:solidFill>
            <a:schemeClr val="accent2">
              <a:hueOff val="4615728"/>
              <a:satOff val="4923"/>
              <a:lumOff val="15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BA05E-7FDC-45A3-8BAE-244A4E91D4AF}">
      <dsp:nvSpPr>
        <dsp:cNvPr id="0" name=""/>
        <dsp:cNvSpPr/>
      </dsp:nvSpPr>
      <dsp:spPr>
        <a:xfrm>
          <a:off x="0" y="2879725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Paradigm:</a:t>
          </a:r>
          <a:r>
            <a:rPr lang="en-IN" sz="2700" kern="1200"/>
            <a:t> Object-Oriented Programming</a:t>
          </a:r>
          <a:endParaRPr lang="en-US" sz="2700" kern="1200"/>
        </a:p>
      </dsp:txBody>
      <dsp:txXfrm>
        <a:off x="0" y="2879725"/>
        <a:ext cx="6373813" cy="958970"/>
      </dsp:txXfrm>
    </dsp:sp>
    <dsp:sp modelId="{F523A8A4-ACEE-4461-AF31-612A6618D651}">
      <dsp:nvSpPr>
        <dsp:cNvPr id="0" name=""/>
        <dsp:cNvSpPr/>
      </dsp:nvSpPr>
      <dsp:spPr>
        <a:xfrm>
          <a:off x="0" y="3838695"/>
          <a:ext cx="6373813" cy="0"/>
        </a:xfrm>
        <a:prstGeom prst="line">
          <a:avLst/>
        </a:prstGeom>
        <a:solidFill>
          <a:schemeClr val="accent2">
            <a:hueOff val="6154304"/>
            <a:satOff val="6564"/>
            <a:lumOff val="2041"/>
            <a:alphaOff val="0"/>
          </a:schemeClr>
        </a:solidFill>
        <a:ln w="12700" cap="flat" cmpd="sng" algn="ctr">
          <a:solidFill>
            <a:schemeClr val="accent2">
              <a:hueOff val="6154304"/>
              <a:satOff val="6564"/>
              <a:lumOff val="20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E4170-0D4E-4A92-9BC1-49DE0015C94E}">
      <dsp:nvSpPr>
        <dsp:cNvPr id="0" name=""/>
        <dsp:cNvSpPr/>
      </dsp:nvSpPr>
      <dsp:spPr>
        <a:xfrm>
          <a:off x="0" y="3838695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Collections Used:</a:t>
          </a:r>
          <a:r>
            <a:rPr lang="en-IN" sz="2700" kern="1200"/>
            <a:t> HashMap (for storing Members and Plans)</a:t>
          </a:r>
          <a:endParaRPr lang="en-US" sz="2700" kern="1200"/>
        </a:p>
      </dsp:txBody>
      <dsp:txXfrm>
        <a:off x="0" y="3838695"/>
        <a:ext cx="6373813" cy="958970"/>
      </dsp:txXfrm>
    </dsp:sp>
    <dsp:sp modelId="{E9C99B26-9681-4F68-8C2F-3044DDBD7AD1}">
      <dsp:nvSpPr>
        <dsp:cNvPr id="0" name=""/>
        <dsp:cNvSpPr/>
      </dsp:nvSpPr>
      <dsp:spPr>
        <a:xfrm>
          <a:off x="0" y="4797666"/>
          <a:ext cx="6373813" cy="0"/>
        </a:xfrm>
        <a:prstGeom prst="line">
          <a:avLst/>
        </a:prstGeom>
        <a:solidFill>
          <a:schemeClr val="accent2">
            <a:hueOff val="7692880"/>
            <a:satOff val="8205"/>
            <a:lumOff val="2551"/>
            <a:alphaOff val="0"/>
          </a:schemeClr>
        </a:solidFill>
        <a:ln w="12700" cap="flat" cmpd="sng" algn="ctr">
          <a:solidFill>
            <a:schemeClr val="accent2">
              <a:hueOff val="7692880"/>
              <a:satOff val="8205"/>
              <a:lumOff val="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2B69D-61CF-4672-AB70-E3C695C34BC2}">
      <dsp:nvSpPr>
        <dsp:cNvPr id="0" name=""/>
        <dsp:cNvSpPr/>
      </dsp:nvSpPr>
      <dsp:spPr>
        <a:xfrm>
          <a:off x="0" y="4797666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Execution:</a:t>
          </a:r>
          <a:r>
            <a:rPr lang="en-IN" sz="2700" kern="1200"/>
            <a:t> Console/Terminal</a:t>
          </a:r>
          <a:endParaRPr lang="en-US" sz="2700" kern="1200"/>
        </a:p>
      </dsp:txBody>
      <dsp:txXfrm>
        <a:off x="0" y="4797666"/>
        <a:ext cx="6373813" cy="9589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7269A0-B4F2-4953-812A-51D86C366C7B}">
      <dsp:nvSpPr>
        <dsp:cNvPr id="0" name=""/>
        <dsp:cNvSpPr/>
      </dsp:nvSpPr>
      <dsp:spPr>
        <a:xfrm>
          <a:off x="0" y="703"/>
          <a:ext cx="63738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43E03-2F6B-4B34-A392-DB39CCA7FB49}">
      <dsp:nvSpPr>
        <dsp:cNvPr id="0" name=""/>
        <dsp:cNvSpPr/>
      </dsp:nvSpPr>
      <dsp:spPr>
        <a:xfrm>
          <a:off x="0" y="703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Core Packages:</a:t>
          </a:r>
          <a:endParaRPr lang="en-US" sz="2800" kern="1200"/>
        </a:p>
      </dsp:txBody>
      <dsp:txXfrm>
        <a:off x="0" y="703"/>
        <a:ext cx="6373813" cy="1151608"/>
      </dsp:txXfrm>
    </dsp:sp>
    <dsp:sp modelId="{40DD7E5F-0BBD-4576-A1B0-2A5496A91E56}">
      <dsp:nvSpPr>
        <dsp:cNvPr id="0" name=""/>
        <dsp:cNvSpPr/>
      </dsp:nvSpPr>
      <dsp:spPr>
        <a:xfrm>
          <a:off x="0" y="1152311"/>
          <a:ext cx="6373813" cy="0"/>
        </a:xfrm>
        <a:prstGeom prst="line">
          <a:avLst/>
        </a:prstGeom>
        <a:solidFill>
          <a:schemeClr val="accent2">
            <a:hueOff val="1923220"/>
            <a:satOff val="2051"/>
            <a:lumOff val="638"/>
            <a:alphaOff val="0"/>
          </a:schemeClr>
        </a:solidFill>
        <a:ln w="12700" cap="flat" cmpd="sng" algn="ctr">
          <a:solidFill>
            <a:schemeClr val="accent2">
              <a:hueOff val="1923220"/>
              <a:satOff val="2051"/>
              <a:lumOff val="6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9214F-F767-460C-A8F0-8955EA9E4955}">
      <dsp:nvSpPr>
        <dsp:cNvPr id="0" name=""/>
        <dsp:cNvSpPr/>
      </dsp:nvSpPr>
      <dsp:spPr>
        <a:xfrm>
          <a:off x="0" y="1152311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Entity → Defines classes like Members and plans</a:t>
          </a:r>
          <a:endParaRPr lang="en-US" sz="2800" kern="1200"/>
        </a:p>
      </dsp:txBody>
      <dsp:txXfrm>
        <a:off x="0" y="1152311"/>
        <a:ext cx="6373813" cy="1151608"/>
      </dsp:txXfrm>
    </dsp:sp>
    <dsp:sp modelId="{C5E0EFF4-F50F-40C6-BE41-AD86F54BBDE4}">
      <dsp:nvSpPr>
        <dsp:cNvPr id="0" name=""/>
        <dsp:cNvSpPr/>
      </dsp:nvSpPr>
      <dsp:spPr>
        <a:xfrm>
          <a:off x="0" y="2303920"/>
          <a:ext cx="6373813" cy="0"/>
        </a:xfrm>
        <a:prstGeom prst="line">
          <a:avLst/>
        </a:prstGeom>
        <a:solidFill>
          <a:schemeClr val="accent2">
            <a:hueOff val="3846440"/>
            <a:satOff val="4103"/>
            <a:lumOff val="1275"/>
            <a:alphaOff val="0"/>
          </a:schemeClr>
        </a:solidFill>
        <a:ln w="12700" cap="flat" cmpd="sng" algn="ctr">
          <a:solidFill>
            <a:schemeClr val="accent2">
              <a:hueOff val="3846440"/>
              <a:satOff val="4103"/>
              <a:lumOff val="1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49920-9E7B-4ABE-B88E-4DB4285D4BC4}">
      <dsp:nvSpPr>
        <dsp:cNvPr id="0" name=""/>
        <dsp:cNvSpPr/>
      </dsp:nvSpPr>
      <dsp:spPr>
        <a:xfrm>
          <a:off x="0" y="2303920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DAO → Data Access Objects (HIMSDAO)</a:t>
          </a:r>
          <a:endParaRPr lang="en-US" sz="2800" kern="1200"/>
        </a:p>
      </dsp:txBody>
      <dsp:txXfrm>
        <a:off x="0" y="2303920"/>
        <a:ext cx="6373813" cy="1151608"/>
      </dsp:txXfrm>
    </dsp:sp>
    <dsp:sp modelId="{58599815-8BE0-444C-8B1E-036D3649AC2A}">
      <dsp:nvSpPr>
        <dsp:cNvPr id="0" name=""/>
        <dsp:cNvSpPr/>
      </dsp:nvSpPr>
      <dsp:spPr>
        <a:xfrm>
          <a:off x="0" y="3455529"/>
          <a:ext cx="6373813" cy="0"/>
        </a:xfrm>
        <a:prstGeom prst="line">
          <a:avLst/>
        </a:prstGeom>
        <a:solidFill>
          <a:schemeClr val="accent2">
            <a:hueOff val="5769660"/>
            <a:satOff val="6154"/>
            <a:lumOff val="1913"/>
            <a:alphaOff val="0"/>
          </a:schemeClr>
        </a:solidFill>
        <a:ln w="12700" cap="flat" cmpd="sng" algn="ctr">
          <a:solidFill>
            <a:schemeClr val="accent2">
              <a:hueOff val="5769660"/>
              <a:satOff val="6154"/>
              <a:lumOff val="19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BC091-1E3D-4330-B800-1621E3395E43}">
      <dsp:nvSpPr>
        <dsp:cNvPr id="0" name=""/>
        <dsp:cNvSpPr/>
      </dsp:nvSpPr>
      <dsp:spPr>
        <a:xfrm>
          <a:off x="0" y="3455529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Services → Core business logic (add, remove, claim, upgrade, report)</a:t>
          </a:r>
          <a:endParaRPr lang="en-US" sz="2800" kern="1200"/>
        </a:p>
      </dsp:txBody>
      <dsp:txXfrm>
        <a:off x="0" y="3455529"/>
        <a:ext cx="6373813" cy="1151608"/>
      </dsp:txXfrm>
    </dsp:sp>
    <dsp:sp modelId="{6DAB9BA3-3D6A-4F5B-B278-22259FB1047E}">
      <dsp:nvSpPr>
        <dsp:cNvPr id="0" name=""/>
        <dsp:cNvSpPr/>
      </dsp:nvSpPr>
      <dsp:spPr>
        <a:xfrm>
          <a:off x="0" y="4607138"/>
          <a:ext cx="6373813" cy="0"/>
        </a:xfrm>
        <a:prstGeom prst="line">
          <a:avLst/>
        </a:prstGeom>
        <a:solidFill>
          <a:schemeClr val="accent2">
            <a:hueOff val="7692880"/>
            <a:satOff val="8205"/>
            <a:lumOff val="2551"/>
            <a:alphaOff val="0"/>
          </a:schemeClr>
        </a:solidFill>
        <a:ln w="12700" cap="flat" cmpd="sng" algn="ctr">
          <a:solidFill>
            <a:schemeClr val="accent2">
              <a:hueOff val="7692880"/>
              <a:satOff val="8205"/>
              <a:lumOff val="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8A3C5-DDB5-43F0-9728-593FE645D4DE}">
      <dsp:nvSpPr>
        <dsp:cNvPr id="0" name=""/>
        <dsp:cNvSpPr/>
      </dsp:nvSpPr>
      <dsp:spPr>
        <a:xfrm>
          <a:off x="0" y="4607138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Main → Entry point handling admin menu</a:t>
          </a:r>
          <a:endParaRPr lang="en-US" sz="2800" kern="1200"/>
        </a:p>
      </dsp:txBody>
      <dsp:txXfrm>
        <a:off x="0" y="4607138"/>
        <a:ext cx="6373813" cy="11516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408AB-E45B-4BCF-A96A-EC2EC02627D7}">
      <dsp:nvSpPr>
        <dsp:cNvPr id="0" name=""/>
        <dsp:cNvSpPr/>
      </dsp:nvSpPr>
      <dsp:spPr>
        <a:xfrm>
          <a:off x="0" y="703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D9444-BFEB-4607-B976-1C9DAAFBE3B3}">
      <dsp:nvSpPr>
        <dsp:cNvPr id="0" name=""/>
        <dsp:cNvSpPr/>
      </dsp:nvSpPr>
      <dsp:spPr>
        <a:xfrm>
          <a:off x="0" y="703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Plans Module (plans.java)</a:t>
          </a:r>
          <a:endParaRPr lang="en-US" sz="2300" kern="1200"/>
        </a:p>
      </dsp:txBody>
      <dsp:txXfrm>
        <a:off x="0" y="703"/>
        <a:ext cx="6373813" cy="822577"/>
      </dsp:txXfrm>
    </dsp:sp>
    <dsp:sp modelId="{BC17CB92-DE33-48AF-BA37-58E5362901A7}">
      <dsp:nvSpPr>
        <dsp:cNvPr id="0" name=""/>
        <dsp:cNvSpPr/>
      </dsp:nvSpPr>
      <dsp:spPr>
        <a:xfrm>
          <a:off x="0" y="823280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3034B-3E1C-442D-AA2D-CAD8412EDEDE}">
      <dsp:nvSpPr>
        <dsp:cNvPr id="0" name=""/>
        <dsp:cNvSpPr/>
      </dsp:nvSpPr>
      <dsp:spPr>
        <a:xfrm>
          <a:off x="0" y="823280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Defines insurance plan details: ID, name, premium, claim limit, and checkups.</a:t>
          </a:r>
          <a:endParaRPr lang="en-US" sz="2300" kern="1200"/>
        </a:p>
      </dsp:txBody>
      <dsp:txXfrm>
        <a:off x="0" y="823280"/>
        <a:ext cx="6373813" cy="822577"/>
      </dsp:txXfrm>
    </dsp:sp>
    <dsp:sp modelId="{6CC83671-F0D5-419C-8E4E-033452710704}">
      <dsp:nvSpPr>
        <dsp:cNvPr id="0" name=""/>
        <dsp:cNvSpPr/>
      </dsp:nvSpPr>
      <dsp:spPr>
        <a:xfrm>
          <a:off x="0" y="1645858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75698-8C54-4DBD-BA52-CF1FA27C92C6}">
      <dsp:nvSpPr>
        <dsp:cNvPr id="0" name=""/>
        <dsp:cNvSpPr/>
      </dsp:nvSpPr>
      <dsp:spPr>
        <a:xfrm>
          <a:off x="0" y="1645858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Displays available health plans.</a:t>
          </a:r>
          <a:endParaRPr lang="en-US" sz="2300" kern="1200"/>
        </a:p>
      </dsp:txBody>
      <dsp:txXfrm>
        <a:off x="0" y="1645858"/>
        <a:ext cx="6373813" cy="822577"/>
      </dsp:txXfrm>
    </dsp:sp>
    <dsp:sp modelId="{00D569D2-51EC-49F2-968C-D250FCAB089F}">
      <dsp:nvSpPr>
        <dsp:cNvPr id="0" name=""/>
        <dsp:cNvSpPr/>
      </dsp:nvSpPr>
      <dsp:spPr>
        <a:xfrm>
          <a:off x="0" y="2468436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06B67-60E3-4252-9D98-850A3ED5025B}">
      <dsp:nvSpPr>
        <dsp:cNvPr id="0" name=""/>
        <dsp:cNvSpPr/>
      </dsp:nvSpPr>
      <dsp:spPr>
        <a:xfrm>
          <a:off x="0" y="2468436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Member Module (Members.java)</a:t>
          </a:r>
          <a:endParaRPr lang="en-US" sz="2300" kern="1200"/>
        </a:p>
      </dsp:txBody>
      <dsp:txXfrm>
        <a:off x="0" y="2468436"/>
        <a:ext cx="6373813" cy="822577"/>
      </dsp:txXfrm>
    </dsp:sp>
    <dsp:sp modelId="{CA348A3B-CF4F-4C40-A2C7-5CCD04BFA504}">
      <dsp:nvSpPr>
        <dsp:cNvPr id="0" name=""/>
        <dsp:cNvSpPr/>
      </dsp:nvSpPr>
      <dsp:spPr>
        <a:xfrm>
          <a:off x="0" y="3291013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93B5A1-1292-4317-B017-A88162DD0ED0}">
      <dsp:nvSpPr>
        <dsp:cNvPr id="0" name=""/>
        <dsp:cNvSpPr/>
      </dsp:nvSpPr>
      <dsp:spPr>
        <a:xfrm>
          <a:off x="0" y="3291013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Stores member details such as ID, name, age, gender, address, salary, and assigned plan.</a:t>
          </a:r>
          <a:endParaRPr lang="en-US" sz="2300" kern="1200"/>
        </a:p>
      </dsp:txBody>
      <dsp:txXfrm>
        <a:off x="0" y="3291013"/>
        <a:ext cx="6373813" cy="822577"/>
      </dsp:txXfrm>
    </dsp:sp>
    <dsp:sp modelId="{5C13440B-E956-4BB4-810C-515D80C53394}">
      <dsp:nvSpPr>
        <dsp:cNvPr id="0" name=""/>
        <dsp:cNvSpPr/>
      </dsp:nvSpPr>
      <dsp:spPr>
        <a:xfrm>
          <a:off x="0" y="4113591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4816D-776F-4126-8813-23213C982996}">
      <dsp:nvSpPr>
        <dsp:cNvPr id="0" name=""/>
        <dsp:cNvSpPr/>
      </dsp:nvSpPr>
      <dsp:spPr>
        <a:xfrm>
          <a:off x="0" y="4113591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Service Module (service.java, remove.java, upgrading_plans.java).</a:t>
          </a:r>
          <a:endParaRPr lang="en-US" sz="2300" kern="1200"/>
        </a:p>
      </dsp:txBody>
      <dsp:txXfrm>
        <a:off x="0" y="4113591"/>
        <a:ext cx="6373813" cy="822577"/>
      </dsp:txXfrm>
    </dsp:sp>
    <dsp:sp modelId="{74C6FDCC-508B-42C9-89F1-33E577D7F5C4}">
      <dsp:nvSpPr>
        <dsp:cNvPr id="0" name=""/>
        <dsp:cNvSpPr/>
      </dsp:nvSpPr>
      <dsp:spPr>
        <a:xfrm>
          <a:off x="0" y="4936169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E0244-8AB6-48D3-82BD-E52EA4B7642A}">
      <dsp:nvSpPr>
        <dsp:cNvPr id="0" name=""/>
        <dsp:cNvSpPr/>
      </dsp:nvSpPr>
      <dsp:spPr>
        <a:xfrm>
          <a:off x="0" y="4936169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Handles member addition, claims, upgrades, and removal.</a:t>
          </a:r>
          <a:endParaRPr lang="en-US" sz="2300" kern="1200"/>
        </a:p>
      </dsp:txBody>
      <dsp:txXfrm>
        <a:off x="0" y="4936169"/>
        <a:ext cx="6373813" cy="8225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004B4-B1E7-4CD3-8D6C-23398AB022FC}">
      <dsp:nvSpPr>
        <dsp:cNvPr id="0" name=""/>
        <dsp:cNvSpPr/>
      </dsp:nvSpPr>
      <dsp:spPr>
        <a:xfrm>
          <a:off x="0" y="2812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9CEC5-CEEA-445C-BA72-2342DC7FF7DA}">
      <dsp:nvSpPr>
        <dsp:cNvPr id="0" name=""/>
        <dsp:cNvSpPr/>
      </dsp:nvSpPr>
      <dsp:spPr>
        <a:xfrm>
          <a:off x="0" y="2812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Utility Module (UtilityFunctions.java)</a:t>
          </a:r>
          <a:endParaRPr lang="en-US" sz="2700" kern="1200"/>
        </a:p>
      </dsp:txBody>
      <dsp:txXfrm>
        <a:off x="0" y="2812"/>
        <a:ext cx="6373813" cy="958970"/>
      </dsp:txXfrm>
    </dsp:sp>
    <dsp:sp modelId="{C34C03EA-DD1D-487D-BAFF-DD48260086C0}">
      <dsp:nvSpPr>
        <dsp:cNvPr id="0" name=""/>
        <dsp:cNvSpPr/>
      </dsp:nvSpPr>
      <dsp:spPr>
        <a:xfrm>
          <a:off x="0" y="961783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A9683-1520-4160-896A-1F2FBC3411B2}">
      <dsp:nvSpPr>
        <dsp:cNvPr id="0" name=""/>
        <dsp:cNvSpPr/>
      </dsp:nvSpPr>
      <dsp:spPr>
        <a:xfrm>
          <a:off x="0" y="961783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Generates detailed reports and displays member details.</a:t>
          </a:r>
        </a:p>
      </dsp:txBody>
      <dsp:txXfrm>
        <a:off x="0" y="961783"/>
        <a:ext cx="6373813" cy="958970"/>
      </dsp:txXfrm>
    </dsp:sp>
    <dsp:sp modelId="{694ED087-348F-4841-BCCA-F1ACF4302D37}">
      <dsp:nvSpPr>
        <dsp:cNvPr id="0" name=""/>
        <dsp:cNvSpPr/>
      </dsp:nvSpPr>
      <dsp:spPr>
        <a:xfrm>
          <a:off x="0" y="1920754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6227B-BC63-464B-9AF3-059CFF911A6F}">
      <dsp:nvSpPr>
        <dsp:cNvPr id="0" name=""/>
        <dsp:cNvSpPr/>
      </dsp:nvSpPr>
      <dsp:spPr>
        <a:xfrm>
          <a:off x="0" y="1920754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Validation Module (Validation.java)</a:t>
          </a:r>
          <a:endParaRPr lang="en-US" sz="2700" kern="1200"/>
        </a:p>
      </dsp:txBody>
      <dsp:txXfrm>
        <a:off x="0" y="1920754"/>
        <a:ext cx="6373813" cy="958970"/>
      </dsp:txXfrm>
    </dsp:sp>
    <dsp:sp modelId="{511DD297-8971-4E70-8578-A768780517F7}">
      <dsp:nvSpPr>
        <dsp:cNvPr id="0" name=""/>
        <dsp:cNvSpPr/>
      </dsp:nvSpPr>
      <dsp:spPr>
        <a:xfrm>
          <a:off x="0" y="2879725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9FA42-BFC8-41CC-A542-92416CDB9354}">
      <dsp:nvSpPr>
        <dsp:cNvPr id="0" name=""/>
        <dsp:cNvSpPr/>
      </dsp:nvSpPr>
      <dsp:spPr>
        <a:xfrm>
          <a:off x="0" y="2879725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Ensures input correctness and type safety for user data.</a:t>
          </a:r>
        </a:p>
      </dsp:txBody>
      <dsp:txXfrm>
        <a:off x="0" y="2879725"/>
        <a:ext cx="6373813" cy="958970"/>
      </dsp:txXfrm>
    </dsp:sp>
    <dsp:sp modelId="{65F6D965-4825-47AE-8016-113B49C4FF5D}">
      <dsp:nvSpPr>
        <dsp:cNvPr id="0" name=""/>
        <dsp:cNvSpPr/>
      </dsp:nvSpPr>
      <dsp:spPr>
        <a:xfrm>
          <a:off x="0" y="3838695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B40E9-3AED-4610-9C76-5476D17B0F1E}">
      <dsp:nvSpPr>
        <dsp:cNvPr id="0" name=""/>
        <dsp:cNvSpPr/>
      </dsp:nvSpPr>
      <dsp:spPr>
        <a:xfrm>
          <a:off x="0" y="3838695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Main Module (Main.java)</a:t>
          </a:r>
          <a:endParaRPr lang="en-US" sz="2700" kern="1200"/>
        </a:p>
      </dsp:txBody>
      <dsp:txXfrm>
        <a:off x="0" y="3838695"/>
        <a:ext cx="6373813" cy="958970"/>
      </dsp:txXfrm>
    </dsp:sp>
    <dsp:sp modelId="{751810E1-8F0E-4DF4-92C0-09E270702269}">
      <dsp:nvSpPr>
        <dsp:cNvPr id="0" name=""/>
        <dsp:cNvSpPr/>
      </dsp:nvSpPr>
      <dsp:spPr>
        <a:xfrm>
          <a:off x="0" y="4797666"/>
          <a:ext cx="637381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F5399-32AC-43A2-B855-F2E1961DC3A8}">
      <dsp:nvSpPr>
        <dsp:cNvPr id="0" name=""/>
        <dsp:cNvSpPr/>
      </dsp:nvSpPr>
      <dsp:spPr>
        <a:xfrm>
          <a:off x="0" y="4797666"/>
          <a:ext cx="6373813" cy="95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Controls menu navigation and calls the appropriate services.</a:t>
          </a:r>
        </a:p>
      </dsp:txBody>
      <dsp:txXfrm>
        <a:off x="0" y="4797666"/>
        <a:ext cx="6373813" cy="9589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68C5D-64CA-47F1-AF9F-17CB9FFD5F10}">
      <dsp:nvSpPr>
        <dsp:cNvPr id="0" name=""/>
        <dsp:cNvSpPr/>
      </dsp:nvSpPr>
      <dsp:spPr>
        <a:xfrm>
          <a:off x="0" y="703"/>
          <a:ext cx="63738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5A494-2406-43CC-B805-98B41F1D3259}">
      <dsp:nvSpPr>
        <dsp:cNvPr id="0" name=""/>
        <dsp:cNvSpPr/>
      </dsp:nvSpPr>
      <dsp:spPr>
        <a:xfrm>
          <a:off x="0" y="703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Kavya Raj P:</a:t>
          </a:r>
          <a:endParaRPr lang="en-US" sz="2300" kern="1200"/>
        </a:p>
      </dsp:txBody>
      <dsp:txXfrm>
        <a:off x="0" y="703"/>
        <a:ext cx="6373813" cy="822577"/>
      </dsp:txXfrm>
    </dsp:sp>
    <dsp:sp modelId="{C5BF77A9-402C-428D-A0D7-5BD49C0197B9}">
      <dsp:nvSpPr>
        <dsp:cNvPr id="0" name=""/>
        <dsp:cNvSpPr/>
      </dsp:nvSpPr>
      <dsp:spPr>
        <a:xfrm>
          <a:off x="0" y="823280"/>
          <a:ext cx="6373813" cy="0"/>
        </a:xfrm>
        <a:prstGeom prst="line">
          <a:avLst/>
        </a:prstGeom>
        <a:solidFill>
          <a:schemeClr val="accent2">
            <a:hueOff val="1282147"/>
            <a:satOff val="1368"/>
            <a:lumOff val="425"/>
            <a:alphaOff val="0"/>
          </a:schemeClr>
        </a:solidFill>
        <a:ln w="12700" cap="flat" cmpd="sng" algn="ctr">
          <a:solidFill>
            <a:schemeClr val="accent2">
              <a:hueOff val="1282147"/>
              <a:satOff val="1368"/>
              <a:lumOff val="4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FAAE1-EC9C-4EBE-A2E9-35A4D8E68350}">
      <dsp:nvSpPr>
        <dsp:cNvPr id="0" name=""/>
        <dsp:cNvSpPr/>
      </dsp:nvSpPr>
      <dsp:spPr>
        <a:xfrm>
          <a:off x="0" y="823280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Created Members class and methods</a:t>
          </a:r>
        </a:p>
      </dsp:txBody>
      <dsp:txXfrm>
        <a:off x="0" y="823280"/>
        <a:ext cx="6373813" cy="822577"/>
      </dsp:txXfrm>
    </dsp:sp>
    <dsp:sp modelId="{F9B8D2BA-0C2E-43DE-939B-D742BA7E626B}">
      <dsp:nvSpPr>
        <dsp:cNvPr id="0" name=""/>
        <dsp:cNvSpPr/>
      </dsp:nvSpPr>
      <dsp:spPr>
        <a:xfrm>
          <a:off x="0" y="1645858"/>
          <a:ext cx="6373813" cy="0"/>
        </a:xfrm>
        <a:prstGeom prst="line">
          <a:avLst/>
        </a:prstGeom>
        <a:solidFill>
          <a:schemeClr val="accent2">
            <a:hueOff val="2564293"/>
            <a:satOff val="2735"/>
            <a:lumOff val="850"/>
            <a:alphaOff val="0"/>
          </a:schemeClr>
        </a:solidFill>
        <a:ln w="12700" cap="flat" cmpd="sng" algn="ctr">
          <a:solidFill>
            <a:schemeClr val="accent2">
              <a:hueOff val="2564293"/>
              <a:satOff val="2735"/>
              <a:lumOff val="8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C65CE-2539-45E4-ADA8-C2305EB206BD}">
      <dsp:nvSpPr>
        <dsp:cNvPr id="0" name=""/>
        <dsp:cNvSpPr/>
      </dsp:nvSpPr>
      <dsp:spPr>
        <a:xfrm>
          <a:off x="0" y="1645858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 methods to add members and assign policy plans to each members.</a:t>
          </a:r>
        </a:p>
      </dsp:txBody>
      <dsp:txXfrm>
        <a:off x="0" y="1645858"/>
        <a:ext cx="6373813" cy="822577"/>
      </dsp:txXfrm>
    </dsp:sp>
    <dsp:sp modelId="{6D130473-9099-4796-BD40-99497EE38572}">
      <dsp:nvSpPr>
        <dsp:cNvPr id="0" name=""/>
        <dsp:cNvSpPr/>
      </dsp:nvSpPr>
      <dsp:spPr>
        <a:xfrm>
          <a:off x="0" y="2468436"/>
          <a:ext cx="6373813" cy="0"/>
        </a:xfrm>
        <a:prstGeom prst="line">
          <a:avLst/>
        </a:prstGeom>
        <a:solidFill>
          <a:schemeClr val="accent2">
            <a:hueOff val="3846440"/>
            <a:satOff val="4103"/>
            <a:lumOff val="1275"/>
            <a:alphaOff val="0"/>
          </a:schemeClr>
        </a:solidFill>
        <a:ln w="12700" cap="flat" cmpd="sng" algn="ctr">
          <a:solidFill>
            <a:schemeClr val="accent2">
              <a:hueOff val="3846440"/>
              <a:satOff val="4103"/>
              <a:lumOff val="1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33E5D-273F-4AC6-BFB7-81A5DF9F8FE2}">
      <dsp:nvSpPr>
        <dsp:cNvPr id="0" name=""/>
        <dsp:cNvSpPr/>
      </dsp:nvSpPr>
      <dsp:spPr>
        <a:xfrm>
          <a:off x="0" y="2468436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Aghilesh R:</a:t>
          </a:r>
          <a:endParaRPr lang="en-US" sz="2300" kern="1200"/>
        </a:p>
      </dsp:txBody>
      <dsp:txXfrm>
        <a:off x="0" y="2468436"/>
        <a:ext cx="6373813" cy="822577"/>
      </dsp:txXfrm>
    </dsp:sp>
    <dsp:sp modelId="{2F675A6D-0003-4B9C-B05E-1A2A5EA36949}">
      <dsp:nvSpPr>
        <dsp:cNvPr id="0" name=""/>
        <dsp:cNvSpPr/>
      </dsp:nvSpPr>
      <dsp:spPr>
        <a:xfrm>
          <a:off x="0" y="3291013"/>
          <a:ext cx="6373813" cy="0"/>
        </a:xfrm>
        <a:prstGeom prst="line">
          <a:avLst/>
        </a:prstGeom>
        <a:solidFill>
          <a:schemeClr val="accent2">
            <a:hueOff val="5128586"/>
            <a:satOff val="5470"/>
            <a:lumOff val="1701"/>
            <a:alphaOff val="0"/>
          </a:schemeClr>
        </a:solidFill>
        <a:ln w="12700" cap="flat" cmpd="sng" algn="ctr">
          <a:solidFill>
            <a:schemeClr val="accent2">
              <a:hueOff val="5128586"/>
              <a:satOff val="5470"/>
              <a:lumOff val="1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C5A14-D4E5-4ED6-82D7-D15C42988C9F}">
      <dsp:nvSpPr>
        <dsp:cNvPr id="0" name=""/>
        <dsp:cNvSpPr/>
      </dsp:nvSpPr>
      <dsp:spPr>
        <a:xfrm>
          <a:off x="0" y="3291013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Display available policy plans.</a:t>
          </a:r>
        </a:p>
      </dsp:txBody>
      <dsp:txXfrm>
        <a:off x="0" y="3291013"/>
        <a:ext cx="6373813" cy="822577"/>
      </dsp:txXfrm>
    </dsp:sp>
    <dsp:sp modelId="{3C52E20A-EFA0-4862-975F-C9BA0FDC2A1E}">
      <dsp:nvSpPr>
        <dsp:cNvPr id="0" name=""/>
        <dsp:cNvSpPr/>
      </dsp:nvSpPr>
      <dsp:spPr>
        <a:xfrm>
          <a:off x="0" y="4113591"/>
          <a:ext cx="6373813" cy="0"/>
        </a:xfrm>
        <a:prstGeom prst="line">
          <a:avLst/>
        </a:prstGeom>
        <a:solidFill>
          <a:schemeClr val="accent2">
            <a:hueOff val="6410733"/>
            <a:satOff val="6838"/>
            <a:lumOff val="2126"/>
            <a:alphaOff val="0"/>
          </a:schemeClr>
        </a:solidFill>
        <a:ln w="12700" cap="flat" cmpd="sng" algn="ctr">
          <a:solidFill>
            <a:schemeClr val="accent2">
              <a:hueOff val="6410733"/>
              <a:satOff val="6838"/>
              <a:lumOff val="21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AF05A-1EE1-4489-8B0C-6A2D30F05C88}">
      <dsp:nvSpPr>
        <dsp:cNvPr id="0" name=""/>
        <dsp:cNvSpPr/>
      </dsp:nvSpPr>
      <dsp:spPr>
        <a:xfrm>
          <a:off x="0" y="4113591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Created policy class and methods</a:t>
          </a:r>
        </a:p>
      </dsp:txBody>
      <dsp:txXfrm>
        <a:off x="0" y="4113591"/>
        <a:ext cx="6373813" cy="822577"/>
      </dsp:txXfrm>
    </dsp:sp>
    <dsp:sp modelId="{79D3E8A2-06C8-4891-83DB-992CE444094B}">
      <dsp:nvSpPr>
        <dsp:cNvPr id="0" name=""/>
        <dsp:cNvSpPr/>
      </dsp:nvSpPr>
      <dsp:spPr>
        <a:xfrm>
          <a:off x="0" y="4936169"/>
          <a:ext cx="6373813" cy="0"/>
        </a:xfrm>
        <a:prstGeom prst="line">
          <a:avLst/>
        </a:prstGeom>
        <a:solidFill>
          <a:schemeClr val="accent2">
            <a:hueOff val="7692880"/>
            <a:satOff val="8205"/>
            <a:lumOff val="2551"/>
            <a:alphaOff val="0"/>
          </a:schemeClr>
        </a:solidFill>
        <a:ln w="12700" cap="flat" cmpd="sng" algn="ctr">
          <a:solidFill>
            <a:schemeClr val="accent2">
              <a:hueOff val="7692880"/>
              <a:satOff val="8205"/>
              <a:lumOff val="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382D3-0A79-4AFA-B942-897A0F95BC33}">
      <dsp:nvSpPr>
        <dsp:cNvPr id="0" name=""/>
        <dsp:cNvSpPr/>
      </dsp:nvSpPr>
      <dsp:spPr>
        <a:xfrm>
          <a:off x="0" y="4936169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Method to remove members.</a:t>
          </a:r>
        </a:p>
      </dsp:txBody>
      <dsp:txXfrm>
        <a:off x="0" y="4936169"/>
        <a:ext cx="6373813" cy="82257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CE862-A96E-46A5-A341-D1151B00B3C6}">
      <dsp:nvSpPr>
        <dsp:cNvPr id="0" name=""/>
        <dsp:cNvSpPr/>
      </dsp:nvSpPr>
      <dsp:spPr>
        <a:xfrm>
          <a:off x="0" y="703"/>
          <a:ext cx="63738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503A9-1929-4361-AF42-811DAEC5F699}">
      <dsp:nvSpPr>
        <dsp:cNvPr id="0" name=""/>
        <dsp:cNvSpPr/>
      </dsp:nvSpPr>
      <dsp:spPr>
        <a:xfrm>
          <a:off x="0" y="703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Karthika V:</a:t>
          </a:r>
          <a:endParaRPr lang="en-US" sz="2300" kern="1200"/>
        </a:p>
      </dsp:txBody>
      <dsp:txXfrm>
        <a:off x="0" y="703"/>
        <a:ext cx="6373813" cy="822577"/>
      </dsp:txXfrm>
    </dsp:sp>
    <dsp:sp modelId="{3DCB0D63-7EAD-4A65-8DE6-803A529B1002}">
      <dsp:nvSpPr>
        <dsp:cNvPr id="0" name=""/>
        <dsp:cNvSpPr/>
      </dsp:nvSpPr>
      <dsp:spPr>
        <a:xfrm>
          <a:off x="0" y="823280"/>
          <a:ext cx="6373813" cy="0"/>
        </a:xfrm>
        <a:prstGeom prst="line">
          <a:avLst/>
        </a:prstGeom>
        <a:solidFill>
          <a:schemeClr val="accent2">
            <a:hueOff val="1282147"/>
            <a:satOff val="1368"/>
            <a:lumOff val="425"/>
            <a:alphaOff val="0"/>
          </a:schemeClr>
        </a:solidFill>
        <a:ln w="12700" cap="flat" cmpd="sng" algn="ctr">
          <a:solidFill>
            <a:schemeClr val="accent2">
              <a:hueOff val="1282147"/>
              <a:satOff val="1368"/>
              <a:lumOff val="4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4676A-1E2E-4991-9E8E-2C34D945CD22}">
      <dsp:nvSpPr>
        <dsp:cNvPr id="0" name=""/>
        <dsp:cNvSpPr/>
      </dsp:nvSpPr>
      <dsp:spPr>
        <a:xfrm>
          <a:off x="0" y="823280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Created user interface. </a:t>
          </a:r>
          <a:endParaRPr lang="en-US" sz="2300" kern="1200"/>
        </a:p>
      </dsp:txBody>
      <dsp:txXfrm>
        <a:off x="0" y="823280"/>
        <a:ext cx="6373813" cy="822577"/>
      </dsp:txXfrm>
    </dsp:sp>
    <dsp:sp modelId="{EBFD05F6-C970-42A1-99F4-E1F20F5C9684}">
      <dsp:nvSpPr>
        <dsp:cNvPr id="0" name=""/>
        <dsp:cNvSpPr/>
      </dsp:nvSpPr>
      <dsp:spPr>
        <a:xfrm>
          <a:off x="0" y="1645858"/>
          <a:ext cx="6373813" cy="0"/>
        </a:xfrm>
        <a:prstGeom prst="line">
          <a:avLst/>
        </a:prstGeom>
        <a:solidFill>
          <a:schemeClr val="accent2">
            <a:hueOff val="2564293"/>
            <a:satOff val="2735"/>
            <a:lumOff val="850"/>
            <a:alphaOff val="0"/>
          </a:schemeClr>
        </a:solidFill>
        <a:ln w="12700" cap="flat" cmpd="sng" algn="ctr">
          <a:solidFill>
            <a:schemeClr val="accent2">
              <a:hueOff val="2564293"/>
              <a:satOff val="2735"/>
              <a:lumOff val="8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F7625-9761-4E59-8493-95123696F820}">
      <dsp:nvSpPr>
        <dsp:cNvPr id="0" name=""/>
        <dsp:cNvSpPr/>
      </dsp:nvSpPr>
      <dsp:spPr>
        <a:xfrm>
          <a:off x="0" y="1645858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Created methods to upgrade members’ policy plans if they meet the requirements.</a:t>
          </a:r>
          <a:endParaRPr lang="en-US" sz="2300" kern="1200"/>
        </a:p>
      </dsp:txBody>
      <dsp:txXfrm>
        <a:off x="0" y="1645858"/>
        <a:ext cx="6373813" cy="822577"/>
      </dsp:txXfrm>
    </dsp:sp>
    <dsp:sp modelId="{5ACD3984-19B1-48BC-8815-8EFBA1C06297}">
      <dsp:nvSpPr>
        <dsp:cNvPr id="0" name=""/>
        <dsp:cNvSpPr/>
      </dsp:nvSpPr>
      <dsp:spPr>
        <a:xfrm>
          <a:off x="0" y="2468436"/>
          <a:ext cx="6373813" cy="0"/>
        </a:xfrm>
        <a:prstGeom prst="line">
          <a:avLst/>
        </a:prstGeom>
        <a:solidFill>
          <a:schemeClr val="accent2">
            <a:hueOff val="3846440"/>
            <a:satOff val="4103"/>
            <a:lumOff val="1275"/>
            <a:alphaOff val="0"/>
          </a:schemeClr>
        </a:solidFill>
        <a:ln w="12700" cap="flat" cmpd="sng" algn="ctr">
          <a:solidFill>
            <a:schemeClr val="accent2">
              <a:hueOff val="3846440"/>
              <a:satOff val="4103"/>
              <a:lumOff val="1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CD3528-6F61-42C1-A9A8-50CAD5F20A70}">
      <dsp:nvSpPr>
        <dsp:cNvPr id="0" name=""/>
        <dsp:cNvSpPr/>
      </dsp:nvSpPr>
      <dsp:spPr>
        <a:xfrm>
          <a:off x="0" y="2468436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Emil Antony:</a:t>
          </a:r>
          <a:endParaRPr lang="en-US" sz="2300" kern="1200"/>
        </a:p>
      </dsp:txBody>
      <dsp:txXfrm>
        <a:off x="0" y="2468436"/>
        <a:ext cx="6373813" cy="822577"/>
      </dsp:txXfrm>
    </dsp:sp>
    <dsp:sp modelId="{A4D250EF-DF79-4319-BDF1-F2CF1970C496}">
      <dsp:nvSpPr>
        <dsp:cNvPr id="0" name=""/>
        <dsp:cNvSpPr/>
      </dsp:nvSpPr>
      <dsp:spPr>
        <a:xfrm>
          <a:off x="0" y="3291013"/>
          <a:ext cx="6373813" cy="0"/>
        </a:xfrm>
        <a:prstGeom prst="line">
          <a:avLst/>
        </a:prstGeom>
        <a:solidFill>
          <a:schemeClr val="accent2">
            <a:hueOff val="5128586"/>
            <a:satOff val="5470"/>
            <a:lumOff val="1701"/>
            <a:alphaOff val="0"/>
          </a:schemeClr>
        </a:solidFill>
        <a:ln w="12700" cap="flat" cmpd="sng" algn="ctr">
          <a:solidFill>
            <a:schemeClr val="accent2">
              <a:hueOff val="5128586"/>
              <a:satOff val="5470"/>
              <a:lumOff val="1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0D747-08FF-4189-A9A9-23F648F08686}">
      <dsp:nvSpPr>
        <dsp:cNvPr id="0" name=""/>
        <dsp:cNvSpPr/>
      </dsp:nvSpPr>
      <dsp:spPr>
        <a:xfrm>
          <a:off x="0" y="3291013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Created methods for admin to view summary of all members and details of each member.</a:t>
          </a:r>
          <a:endParaRPr lang="en-US" sz="2300" kern="1200"/>
        </a:p>
      </dsp:txBody>
      <dsp:txXfrm>
        <a:off x="0" y="3291013"/>
        <a:ext cx="6373813" cy="822577"/>
      </dsp:txXfrm>
    </dsp:sp>
    <dsp:sp modelId="{7F98BA0E-1919-4730-801C-9E5BD53D09D0}">
      <dsp:nvSpPr>
        <dsp:cNvPr id="0" name=""/>
        <dsp:cNvSpPr/>
      </dsp:nvSpPr>
      <dsp:spPr>
        <a:xfrm>
          <a:off x="0" y="4113591"/>
          <a:ext cx="6373813" cy="0"/>
        </a:xfrm>
        <a:prstGeom prst="line">
          <a:avLst/>
        </a:prstGeom>
        <a:solidFill>
          <a:schemeClr val="accent2">
            <a:hueOff val="6410733"/>
            <a:satOff val="6838"/>
            <a:lumOff val="2126"/>
            <a:alphaOff val="0"/>
          </a:schemeClr>
        </a:solidFill>
        <a:ln w="12700" cap="flat" cmpd="sng" algn="ctr">
          <a:solidFill>
            <a:schemeClr val="accent2">
              <a:hueOff val="6410733"/>
              <a:satOff val="6838"/>
              <a:lumOff val="21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E7E86-8F8A-4CA1-A61D-80369CC7CD49}">
      <dsp:nvSpPr>
        <dsp:cNvPr id="0" name=""/>
        <dsp:cNvSpPr/>
      </dsp:nvSpPr>
      <dsp:spPr>
        <a:xfrm>
          <a:off x="0" y="4113591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Created report generation function.</a:t>
          </a:r>
          <a:endParaRPr lang="en-US" sz="2300" kern="1200"/>
        </a:p>
      </dsp:txBody>
      <dsp:txXfrm>
        <a:off x="0" y="4113591"/>
        <a:ext cx="6373813" cy="822577"/>
      </dsp:txXfrm>
    </dsp:sp>
    <dsp:sp modelId="{AD8048F1-FA6C-46F1-B8F0-886AA7677EB4}">
      <dsp:nvSpPr>
        <dsp:cNvPr id="0" name=""/>
        <dsp:cNvSpPr/>
      </dsp:nvSpPr>
      <dsp:spPr>
        <a:xfrm>
          <a:off x="0" y="4936169"/>
          <a:ext cx="6373813" cy="0"/>
        </a:xfrm>
        <a:prstGeom prst="line">
          <a:avLst/>
        </a:prstGeom>
        <a:solidFill>
          <a:schemeClr val="accent2">
            <a:hueOff val="7692880"/>
            <a:satOff val="8205"/>
            <a:lumOff val="2551"/>
            <a:alphaOff val="0"/>
          </a:schemeClr>
        </a:solidFill>
        <a:ln w="12700" cap="flat" cmpd="sng" algn="ctr">
          <a:solidFill>
            <a:schemeClr val="accent2">
              <a:hueOff val="7692880"/>
              <a:satOff val="8205"/>
              <a:lumOff val="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66191-F924-4B15-A0A2-0794F07CFA61}">
      <dsp:nvSpPr>
        <dsp:cNvPr id="0" name=""/>
        <dsp:cNvSpPr/>
      </dsp:nvSpPr>
      <dsp:spPr>
        <a:xfrm>
          <a:off x="0" y="4936169"/>
          <a:ext cx="6373813" cy="82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Implemented function which allows members to claim insurance money.</a:t>
          </a:r>
          <a:endParaRPr lang="en-US" sz="2300" kern="1200"/>
        </a:p>
      </dsp:txBody>
      <dsp:txXfrm>
        <a:off x="0" y="4936169"/>
        <a:ext cx="6373813" cy="8225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9CC49-5AB9-4BA4-A270-3E4B6999916A}">
      <dsp:nvSpPr>
        <dsp:cNvPr id="0" name=""/>
        <dsp:cNvSpPr/>
      </dsp:nvSpPr>
      <dsp:spPr>
        <a:xfrm>
          <a:off x="0" y="0"/>
          <a:ext cx="63738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AC39F-7683-4A88-9EEB-CA81FB5070E2}">
      <dsp:nvSpPr>
        <dsp:cNvPr id="0" name=""/>
        <dsp:cNvSpPr/>
      </dsp:nvSpPr>
      <dsp:spPr>
        <a:xfrm>
          <a:off x="0" y="0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Badrinath G:</a:t>
          </a:r>
          <a:endParaRPr lang="en-US" sz="2900" kern="1200"/>
        </a:p>
      </dsp:txBody>
      <dsp:txXfrm>
        <a:off x="0" y="0"/>
        <a:ext cx="6373813" cy="1439862"/>
      </dsp:txXfrm>
    </dsp:sp>
    <dsp:sp modelId="{5AF75168-1191-4237-A968-405452387A63}">
      <dsp:nvSpPr>
        <dsp:cNvPr id="0" name=""/>
        <dsp:cNvSpPr/>
      </dsp:nvSpPr>
      <dsp:spPr>
        <a:xfrm>
          <a:off x="0" y="1439862"/>
          <a:ext cx="6373813" cy="0"/>
        </a:xfrm>
        <a:prstGeom prst="line">
          <a:avLst/>
        </a:prstGeom>
        <a:solidFill>
          <a:schemeClr val="accent2">
            <a:hueOff val="2564293"/>
            <a:satOff val="2735"/>
            <a:lumOff val="850"/>
            <a:alphaOff val="0"/>
          </a:schemeClr>
        </a:solidFill>
        <a:ln w="12700" cap="flat" cmpd="sng" algn="ctr">
          <a:solidFill>
            <a:schemeClr val="accent2">
              <a:hueOff val="2564293"/>
              <a:satOff val="2735"/>
              <a:lumOff val="8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C8835-C541-465E-8BAE-CF161DAA10C4}">
      <dsp:nvSpPr>
        <dsp:cNvPr id="0" name=""/>
        <dsp:cNvSpPr/>
      </dsp:nvSpPr>
      <dsp:spPr>
        <a:xfrm>
          <a:off x="0" y="1439862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Created and implemented hash maps for storage and retrieval of member and policy details.</a:t>
          </a:r>
          <a:endParaRPr lang="en-US" sz="2900" kern="1200"/>
        </a:p>
      </dsp:txBody>
      <dsp:txXfrm>
        <a:off x="0" y="1439862"/>
        <a:ext cx="6373813" cy="1439862"/>
      </dsp:txXfrm>
    </dsp:sp>
    <dsp:sp modelId="{EEE9604E-C320-457B-954C-E8E44DA27A3E}">
      <dsp:nvSpPr>
        <dsp:cNvPr id="0" name=""/>
        <dsp:cNvSpPr/>
      </dsp:nvSpPr>
      <dsp:spPr>
        <a:xfrm>
          <a:off x="0" y="2879725"/>
          <a:ext cx="6373813" cy="0"/>
        </a:xfrm>
        <a:prstGeom prst="line">
          <a:avLst/>
        </a:prstGeom>
        <a:solidFill>
          <a:schemeClr val="accent2">
            <a:hueOff val="5128586"/>
            <a:satOff val="5470"/>
            <a:lumOff val="1701"/>
            <a:alphaOff val="0"/>
          </a:schemeClr>
        </a:solidFill>
        <a:ln w="12700" cap="flat" cmpd="sng" algn="ctr">
          <a:solidFill>
            <a:schemeClr val="accent2">
              <a:hueOff val="5128586"/>
              <a:satOff val="5470"/>
              <a:lumOff val="1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3BB16-DBE9-4EAA-890F-F345382BA5FA}">
      <dsp:nvSpPr>
        <dsp:cNvPr id="0" name=""/>
        <dsp:cNvSpPr/>
      </dsp:nvSpPr>
      <dsp:spPr>
        <a:xfrm>
          <a:off x="0" y="2879724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Created validation mechanism to ensure only proper inputs are accepted.</a:t>
          </a:r>
          <a:endParaRPr lang="en-US" sz="2900" kern="1200"/>
        </a:p>
      </dsp:txBody>
      <dsp:txXfrm>
        <a:off x="0" y="2879724"/>
        <a:ext cx="6373813" cy="1439862"/>
      </dsp:txXfrm>
    </dsp:sp>
    <dsp:sp modelId="{99AB4208-B45F-4A58-86DA-8932455B8152}">
      <dsp:nvSpPr>
        <dsp:cNvPr id="0" name=""/>
        <dsp:cNvSpPr/>
      </dsp:nvSpPr>
      <dsp:spPr>
        <a:xfrm>
          <a:off x="0" y="4319587"/>
          <a:ext cx="6373813" cy="0"/>
        </a:xfrm>
        <a:prstGeom prst="line">
          <a:avLst/>
        </a:prstGeom>
        <a:solidFill>
          <a:schemeClr val="accent2">
            <a:hueOff val="7692880"/>
            <a:satOff val="8205"/>
            <a:lumOff val="2551"/>
            <a:alphaOff val="0"/>
          </a:schemeClr>
        </a:solidFill>
        <a:ln w="12700" cap="flat" cmpd="sng" algn="ctr">
          <a:solidFill>
            <a:schemeClr val="accent2">
              <a:hueOff val="7692880"/>
              <a:satOff val="8205"/>
              <a:lumOff val="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40D60-526D-4A89-AD3C-96C01646E01A}">
      <dsp:nvSpPr>
        <dsp:cNvPr id="0" name=""/>
        <dsp:cNvSpPr/>
      </dsp:nvSpPr>
      <dsp:spPr>
        <a:xfrm>
          <a:off x="0" y="4319587"/>
          <a:ext cx="6373813" cy="143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Integrated various methods to work seamlessly with each other.</a:t>
          </a:r>
          <a:endParaRPr lang="en-US" sz="2900" kern="1200"/>
        </a:p>
      </dsp:txBody>
      <dsp:txXfrm>
        <a:off x="0" y="4319587"/>
        <a:ext cx="6373813" cy="14398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0C3A5-86C0-4C10-97BD-1D4204C53A1E}">
      <dsp:nvSpPr>
        <dsp:cNvPr id="0" name=""/>
        <dsp:cNvSpPr/>
      </dsp:nvSpPr>
      <dsp:spPr>
        <a:xfrm>
          <a:off x="0" y="4499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ED17B-A1BC-48F2-8F3E-6F66CA11B5AE}">
      <dsp:nvSpPr>
        <dsp:cNvPr id="0" name=""/>
        <dsp:cNvSpPr/>
      </dsp:nvSpPr>
      <dsp:spPr>
        <a:xfrm>
          <a:off x="289918" y="220141"/>
          <a:ext cx="527124" cy="527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481D7-E94C-4CB2-AD47-0243FD075030}">
      <dsp:nvSpPr>
        <dsp:cNvPr id="0" name=""/>
        <dsp:cNvSpPr/>
      </dsp:nvSpPr>
      <dsp:spPr>
        <a:xfrm>
          <a:off x="1106961" y="4499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Requirement Gathering -1 day</a:t>
          </a:r>
          <a:endParaRPr lang="en-US" sz="1900" kern="1200"/>
        </a:p>
      </dsp:txBody>
      <dsp:txXfrm>
        <a:off x="1106961" y="4499"/>
        <a:ext cx="5266852" cy="958408"/>
      </dsp:txXfrm>
    </dsp:sp>
    <dsp:sp modelId="{80CDAC7C-69D9-40B2-BA97-8E91FE5D9FAB}">
      <dsp:nvSpPr>
        <dsp:cNvPr id="0" name=""/>
        <dsp:cNvSpPr/>
      </dsp:nvSpPr>
      <dsp:spPr>
        <a:xfrm>
          <a:off x="0" y="1202510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E9670-3831-4491-8E6B-71FBE589601E}">
      <dsp:nvSpPr>
        <dsp:cNvPr id="0" name=""/>
        <dsp:cNvSpPr/>
      </dsp:nvSpPr>
      <dsp:spPr>
        <a:xfrm>
          <a:off x="289918" y="1418152"/>
          <a:ext cx="527124" cy="527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4D60B-5189-47E4-85ED-60191286FF09}">
      <dsp:nvSpPr>
        <dsp:cNvPr id="0" name=""/>
        <dsp:cNvSpPr/>
      </dsp:nvSpPr>
      <dsp:spPr>
        <a:xfrm>
          <a:off x="1106961" y="1202510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System Design -1 day</a:t>
          </a:r>
          <a:endParaRPr lang="en-US" sz="1900" kern="1200"/>
        </a:p>
      </dsp:txBody>
      <dsp:txXfrm>
        <a:off x="1106961" y="1202510"/>
        <a:ext cx="5266852" cy="958408"/>
      </dsp:txXfrm>
    </dsp:sp>
    <dsp:sp modelId="{C5300837-CA7E-4969-87E4-2B61BD2E30A8}">
      <dsp:nvSpPr>
        <dsp:cNvPr id="0" name=""/>
        <dsp:cNvSpPr/>
      </dsp:nvSpPr>
      <dsp:spPr>
        <a:xfrm>
          <a:off x="0" y="2400520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EA6D1-68C8-4574-8A9B-ADC1FDE4ACD9}">
      <dsp:nvSpPr>
        <dsp:cNvPr id="0" name=""/>
        <dsp:cNvSpPr/>
      </dsp:nvSpPr>
      <dsp:spPr>
        <a:xfrm>
          <a:off x="289918" y="2616162"/>
          <a:ext cx="527124" cy="527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607A3-9582-4BE6-9B1E-FD14E2ECF60D}">
      <dsp:nvSpPr>
        <dsp:cNvPr id="0" name=""/>
        <dsp:cNvSpPr/>
      </dsp:nvSpPr>
      <dsp:spPr>
        <a:xfrm>
          <a:off x="1106961" y="2400520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Implementation and Coding-1 day</a:t>
          </a:r>
          <a:endParaRPr lang="en-US" sz="1900" kern="1200"/>
        </a:p>
      </dsp:txBody>
      <dsp:txXfrm>
        <a:off x="1106961" y="2400520"/>
        <a:ext cx="5266852" cy="958408"/>
      </dsp:txXfrm>
    </dsp:sp>
    <dsp:sp modelId="{D4EA660A-DB8D-4F11-B0C3-978295593CE0}">
      <dsp:nvSpPr>
        <dsp:cNvPr id="0" name=""/>
        <dsp:cNvSpPr/>
      </dsp:nvSpPr>
      <dsp:spPr>
        <a:xfrm>
          <a:off x="0" y="3598531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31E2E2-FC1F-4E21-8162-2A7D139791D1}">
      <dsp:nvSpPr>
        <dsp:cNvPr id="0" name=""/>
        <dsp:cNvSpPr/>
      </dsp:nvSpPr>
      <dsp:spPr>
        <a:xfrm>
          <a:off x="289918" y="3814173"/>
          <a:ext cx="527124" cy="527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71B97-CE89-4FEC-826F-336E64EA49B3}">
      <dsp:nvSpPr>
        <dsp:cNvPr id="0" name=""/>
        <dsp:cNvSpPr/>
      </dsp:nvSpPr>
      <dsp:spPr>
        <a:xfrm>
          <a:off x="1106961" y="3598531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Testing and Debugging – 1 day</a:t>
          </a:r>
          <a:endParaRPr lang="en-US" sz="1900" kern="1200"/>
        </a:p>
      </dsp:txBody>
      <dsp:txXfrm>
        <a:off x="1106961" y="3598531"/>
        <a:ext cx="5266852" cy="958408"/>
      </dsp:txXfrm>
    </dsp:sp>
    <dsp:sp modelId="{999ACF1F-FE00-4632-A391-C4180655154D}">
      <dsp:nvSpPr>
        <dsp:cNvPr id="0" name=""/>
        <dsp:cNvSpPr/>
      </dsp:nvSpPr>
      <dsp:spPr>
        <a:xfrm>
          <a:off x="0" y="4796541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4C2CF-9620-4D24-8AFA-B22B28CE0A49}">
      <dsp:nvSpPr>
        <dsp:cNvPr id="0" name=""/>
        <dsp:cNvSpPr/>
      </dsp:nvSpPr>
      <dsp:spPr>
        <a:xfrm>
          <a:off x="289918" y="5012183"/>
          <a:ext cx="527124" cy="5271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75DCA-0007-4451-9D8B-79FF852DD14D}">
      <dsp:nvSpPr>
        <dsp:cNvPr id="0" name=""/>
        <dsp:cNvSpPr/>
      </dsp:nvSpPr>
      <dsp:spPr>
        <a:xfrm>
          <a:off x="1106961" y="4796541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Document &amp; Review-1 day</a:t>
          </a:r>
          <a:endParaRPr lang="en-US" sz="1900" kern="1200"/>
        </a:p>
      </dsp:txBody>
      <dsp:txXfrm>
        <a:off x="1106961" y="4796541"/>
        <a:ext cx="5266852" cy="95840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9D9AB2-1A2A-40CC-A92E-BE64D22ACC89}">
      <dsp:nvSpPr>
        <dsp:cNvPr id="0" name=""/>
        <dsp:cNvSpPr/>
      </dsp:nvSpPr>
      <dsp:spPr>
        <a:xfrm>
          <a:off x="2364130" y="707679"/>
          <a:ext cx="5130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05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07066" y="750681"/>
        <a:ext cx="27182" cy="5436"/>
      </dsp:txXfrm>
    </dsp:sp>
    <dsp:sp modelId="{4E8CEDAF-C0CE-4396-B802-1B588ECF5B8C}">
      <dsp:nvSpPr>
        <dsp:cNvPr id="0" name=""/>
        <dsp:cNvSpPr/>
      </dsp:nvSpPr>
      <dsp:spPr>
        <a:xfrm>
          <a:off x="2206" y="44282"/>
          <a:ext cx="2363723" cy="14182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24" tIns="121578" rIns="115824" bIns="1215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Object-Oriented Design:</a:t>
          </a:r>
          <a:endParaRPr lang="en-US" sz="1700" kern="1200"/>
        </a:p>
      </dsp:txBody>
      <dsp:txXfrm>
        <a:off x="2206" y="44282"/>
        <a:ext cx="2363723" cy="1418234"/>
      </dsp:txXfrm>
    </dsp:sp>
    <dsp:sp modelId="{56BDB8C0-FA57-4AA7-A805-E883287389B5}">
      <dsp:nvSpPr>
        <dsp:cNvPr id="0" name=""/>
        <dsp:cNvSpPr/>
      </dsp:nvSpPr>
      <dsp:spPr>
        <a:xfrm>
          <a:off x="5271509" y="707679"/>
          <a:ext cx="5130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0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14446" y="750681"/>
        <a:ext cx="27182" cy="5436"/>
      </dsp:txXfrm>
    </dsp:sp>
    <dsp:sp modelId="{403681B4-3D4D-4E19-A67F-F093228499BB}">
      <dsp:nvSpPr>
        <dsp:cNvPr id="0" name=""/>
        <dsp:cNvSpPr/>
      </dsp:nvSpPr>
      <dsp:spPr>
        <a:xfrm>
          <a:off x="2909586" y="44282"/>
          <a:ext cx="2363723" cy="14182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24" tIns="121578" rIns="115824" bIns="1215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Real-world entities modeled as classes (Members, Plans).</a:t>
          </a:r>
          <a:endParaRPr lang="en-US" sz="1700" kern="1200"/>
        </a:p>
      </dsp:txBody>
      <dsp:txXfrm>
        <a:off x="2909586" y="44282"/>
        <a:ext cx="2363723" cy="1418234"/>
      </dsp:txXfrm>
    </dsp:sp>
    <dsp:sp modelId="{11760B2F-01A0-444F-BD96-6F1143295839}">
      <dsp:nvSpPr>
        <dsp:cNvPr id="0" name=""/>
        <dsp:cNvSpPr/>
      </dsp:nvSpPr>
      <dsp:spPr>
        <a:xfrm>
          <a:off x="8178889" y="707679"/>
          <a:ext cx="5130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05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21826" y="750681"/>
        <a:ext cx="27182" cy="5436"/>
      </dsp:txXfrm>
    </dsp:sp>
    <dsp:sp modelId="{E3739452-F6E1-4063-BD20-1E691CAB0763}">
      <dsp:nvSpPr>
        <dsp:cNvPr id="0" name=""/>
        <dsp:cNvSpPr/>
      </dsp:nvSpPr>
      <dsp:spPr>
        <a:xfrm>
          <a:off x="5816966" y="44282"/>
          <a:ext cx="2363723" cy="14182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24" tIns="121578" rIns="115824" bIns="1215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Modular Programming:</a:t>
          </a:r>
          <a:r>
            <a:rPr lang="en-US" sz="1700" b="0" i="0" kern="1200" baseline="0"/>
            <a:t> </a:t>
          </a:r>
          <a:endParaRPr lang="en-US" sz="1700" kern="1200"/>
        </a:p>
      </dsp:txBody>
      <dsp:txXfrm>
        <a:off x="5816966" y="44282"/>
        <a:ext cx="2363723" cy="1418234"/>
      </dsp:txXfrm>
    </dsp:sp>
    <dsp:sp modelId="{E93AFD94-3758-47EC-8070-AF4C532CCE10}">
      <dsp:nvSpPr>
        <dsp:cNvPr id="0" name=""/>
        <dsp:cNvSpPr/>
      </dsp:nvSpPr>
      <dsp:spPr>
        <a:xfrm>
          <a:off x="1184068" y="1460716"/>
          <a:ext cx="8722139" cy="513056"/>
        </a:xfrm>
        <a:custGeom>
          <a:avLst/>
          <a:gdLst/>
          <a:ahLst/>
          <a:cxnLst/>
          <a:rect l="0" t="0" r="0" b="0"/>
          <a:pathLst>
            <a:path>
              <a:moveTo>
                <a:pt x="8722139" y="0"/>
              </a:moveTo>
              <a:lnTo>
                <a:pt x="8722139" y="273628"/>
              </a:lnTo>
              <a:lnTo>
                <a:pt x="0" y="273628"/>
              </a:lnTo>
              <a:lnTo>
                <a:pt x="0" y="513056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26661" y="1714526"/>
        <a:ext cx="436953" cy="5436"/>
      </dsp:txXfrm>
    </dsp:sp>
    <dsp:sp modelId="{549D32D8-55E4-400A-B0FD-F8B448998536}">
      <dsp:nvSpPr>
        <dsp:cNvPr id="0" name=""/>
        <dsp:cNvSpPr/>
      </dsp:nvSpPr>
      <dsp:spPr>
        <a:xfrm>
          <a:off x="8724345" y="44282"/>
          <a:ext cx="2363723" cy="14182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24" tIns="121578" rIns="115824" bIns="1215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Clear separation of DAO, Entity, and Service layers.</a:t>
          </a:r>
          <a:endParaRPr lang="en-US" sz="1700" kern="1200"/>
        </a:p>
      </dsp:txBody>
      <dsp:txXfrm>
        <a:off x="8724345" y="44282"/>
        <a:ext cx="2363723" cy="1418234"/>
      </dsp:txXfrm>
    </dsp:sp>
    <dsp:sp modelId="{9B3F369C-3215-46D9-94A2-939342EA1904}">
      <dsp:nvSpPr>
        <dsp:cNvPr id="0" name=""/>
        <dsp:cNvSpPr/>
      </dsp:nvSpPr>
      <dsp:spPr>
        <a:xfrm>
          <a:off x="2364130" y="2669570"/>
          <a:ext cx="5130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056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07066" y="2712571"/>
        <a:ext cx="27182" cy="5436"/>
      </dsp:txXfrm>
    </dsp:sp>
    <dsp:sp modelId="{C335D085-D4AC-4500-BAE3-F3EFAE5C2B68}">
      <dsp:nvSpPr>
        <dsp:cNvPr id="0" name=""/>
        <dsp:cNvSpPr/>
      </dsp:nvSpPr>
      <dsp:spPr>
        <a:xfrm>
          <a:off x="2206" y="2006173"/>
          <a:ext cx="2363723" cy="14182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24" tIns="121578" rIns="115824" bIns="121578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Management:</a:t>
          </a:r>
          <a:r>
            <a:rPr lang="en-US" sz="1700" b="0" i="0" kern="1200" baseline="0"/>
            <a:t> 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Use of HashMap for quick access and modification.</a:t>
          </a:r>
          <a:endParaRPr lang="en-US" sz="1300" kern="1200"/>
        </a:p>
      </dsp:txBody>
      <dsp:txXfrm>
        <a:off x="2206" y="2006173"/>
        <a:ext cx="2363723" cy="1418234"/>
      </dsp:txXfrm>
    </dsp:sp>
    <dsp:sp modelId="{72A33D2F-BA83-4275-B303-0487AF273FD1}">
      <dsp:nvSpPr>
        <dsp:cNvPr id="0" name=""/>
        <dsp:cNvSpPr/>
      </dsp:nvSpPr>
      <dsp:spPr>
        <a:xfrm>
          <a:off x="5271509" y="2669570"/>
          <a:ext cx="5130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05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14446" y="2712571"/>
        <a:ext cx="27182" cy="5436"/>
      </dsp:txXfrm>
    </dsp:sp>
    <dsp:sp modelId="{C998247A-C29D-41FE-821E-6516262A94C4}">
      <dsp:nvSpPr>
        <dsp:cNvPr id="0" name=""/>
        <dsp:cNvSpPr/>
      </dsp:nvSpPr>
      <dsp:spPr>
        <a:xfrm>
          <a:off x="2909586" y="2006173"/>
          <a:ext cx="2363723" cy="14182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24" tIns="121578" rIns="115824" bIns="1215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Validation</a:t>
          </a:r>
          <a:endParaRPr lang="en-US" sz="1700" kern="1200"/>
        </a:p>
      </dsp:txBody>
      <dsp:txXfrm>
        <a:off x="2909586" y="2006173"/>
        <a:ext cx="2363723" cy="1418234"/>
      </dsp:txXfrm>
    </dsp:sp>
    <dsp:sp modelId="{93A6E0FA-CBDA-4F29-B8D2-5D02BC7BEBE8}">
      <dsp:nvSpPr>
        <dsp:cNvPr id="0" name=""/>
        <dsp:cNvSpPr/>
      </dsp:nvSpPr>
      <dsp:spPr>
        <a:xfrm>
          <a:off x="8178889" y="2669570"/>
          <a:ext cx="5130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05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21826" y="2712571"/>
        <a:ext cx="27182" cy="5436"/>
      </dsp:txXfrm>
    </dsp:sp>
    <dsp:sp modelId="{8DEF606C-AE24-4CE7-B106-891630305AAA}">
      <dsp:nvSpPr>
        <dsp:cNvPr id="0" name=""/>
        <dsp:cNvSpPr/>
      </dsp:nvSpPr>
      <dsp:spPr>
        <a:xfrm>
          <a:off x="5816966" y="2006173"/>
          <a:ext cx="2363723" cy="14182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24" tIns="121578" rIns="115824" bIns="1215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Input checked for correctness to avoid runtime errors.</a:t>
          </a:r>
          <a:endParaRPr lang="en-US" sz="1700" kern="1200"/>
        </a:p>
      </dsp:txBody>
      <dsp:txXfrm>
        <a:off x="5816966" y="2006173"/>
        <a:ext cx="2363723" cy="1418234"/>
      </dsp:txXfrm>
    </dsp:sp>
    <dsp:sp modelId="{A07320B8-E883-4ECF-8BEB-A1746A82F270}">
      <dsp:nvSpPr>
        <dsp:cNvPr id="0" name=""/>
        <dsp:cNvSpPr/>
      </dsp:nvSpPr>
      <dsp:spPr>
        <a:xfrm>
          <a:off x="8724345" y="2006173"/>
          <a:ext cx="2363723" cy="14182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24" tIns="121578" rIns="115824" bIns="121578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Menu-driven Interaction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User-friendly console interface for admin operations.</a:t>
          </a:r>
          <a:endParaRPr lang="en-US" sz="1300" kern="1200"/>
        </a:p>
      </dsp:txBody>
      <dsp:txXfrm>
        <a:off x="8724345" y="2006173"/>
        <a:ext cx="2363723" cy="14182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17A13-88D7-4F48-A81B-DB7F7161FA15}">
      <dsp:nvSpPr>
        <dsp:cNvPr id="0" name=""/>
        <dsp:cNvSpPr/>
      </dsp:nvSpPr>
      <dsp:spPr>
        <a:xfrm>
          <a:off x="253938" y="522146"/>
          <a:ext cx="917359" cy="91735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5E4F03-3912-4C46-8F6B-4E5AE7A5FFE6}">
      <dsp:nvSpPr>
        <dsp:cNvPr id="0" name=""/>
        <dsp:cNvSpPr/>
      </dsp:nvSpPr>
      <dsp:spPr>
        <a:xfrm>
          <a:off x="446584" y="714792"/>
          <a:ext cx="532068" cy="5320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CFF49-B34D-41A4-88A2-0C1845D4A5D8}">
      <dsp:nvSpPr>
        <dsp:cNvPr id="0" name=""/>
        <dsp:cNvSpPr/>
      </dsp:nvSpPr>
      <dsp:spPr>
        <a:xfrm>
          <a:off x="1367875" y="522146"/>
          <a:ext cx="2162347" cy="917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Object-Oriented Design:</a:t>
          </a:r>
          <a:r>
            <a:rPr lang="en-US" sz="1400" b="0" i="0" kern="1200" baseline="0"/>
            <a:t> Real-world entities modeled as classes (Members, Plans).</a:t>
          </a:r>
          <a:endParaRPr lang="en-US" sz="1400" kern="1200"/>
        </a:p>
      </dsp:txBody>
      <dsp:txXfrm>
        <a:off x="1367875" y="522146"/>
        <a:ext cx="2162347" cy="917359"/>
      </dsp:txXfrm>
    </dsp:sp>
    <dsp:sp modelId="{FD9B45BE-F4F5-4B9B-8519-90EC60F98764}">
      <dsp:nvSpPr>
        <dsp:cNvPr id="0" name=""/>
        <dsp:cNvSpPr/>
      </dsp:nvSpPr>
      <dsp:spPr>
        <a:xfrm>
          <a:off x="3906995" y="522146"/>
          <a:ext cx="917359" cy="9173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F2C79-4DD8-429A-A626-8947B948FBDF}">
      <dsp:nvSpPr>
        <dsp:cNvPr id="0" name=""/>
        <dsp:cNvSpPr/>
      </dsp:nvSpPr>
      <dsp:spPr>
        <a:xfrm>
          <a:off x="4099641" y="714792"/>
          <a:ext cx="532068" cy="5320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000CE-F18B-49B3-B7B2-54A31E577F40}">
      <dsp:nvSpPr>
        <dsp:cNvPr id="0" name=""/>
        <dsp:cNvSpPr/>
      </dsp:nvSpPr>
      <dsp:spPr>
        <a:xfrm>
          <a:off x="5020932" y="522146"/>
          <a:ext cx="2162347" cy="917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Modular Programming:</a:t>
          </a:r>
          <a:r>
            <a:rPr lang="en-US" sz="1400" b="0" i="0" kern="1200" baseline="0"/>
            <a:t> Clear separation of DAO, Entity, and Service layers.</a:t>
          </a:r>
          <a:endParaRPr lang="en-US" sz="1400" kern="1200"/>
        </a:p>
      </dsp:txBody>
      <dsp:txXfrm>
        <a:off x="5020932" y="522146"/>
        <a:ext cx="2162347" cy="917359"/>
      </dsp:txXfrm>
    </dsp:sp>
    <dsp:sp modelId="{CCADE79F-9A3D-42A6-BF95-91913FDB9D16}">
      <dsp:nvSpPr>
        <dsp:cNvPr id="0" name=""/>
        <dsp:cNvSpPr/>
      </dsp:nvSpPr>
      <dsp:spPr>
        <a:xfrm>
          <a:off x="7560052" y="522146"/>
          <a:ext cx="917359" cy="9173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7FB57B-E029-405B-B63E-E6B158B8C30F}">
      <dsp:nvSpPr>
        <dsp:cNvPr id="0" name=""/>
        <dsp:cNvSpPr/>
      </dsp:nvSpPr>
      <dsp:spPr>
        <a:xfrm>
          <a:off x="7752698" y="714792"/>
          <a:ext cx="532068" cy="5320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4426C-1E7A-45F4-9AED-FA70EE9C9E75}">
      <dsp:nvSpPr>
        <dsp:cNvPr id="0" name=""/>
        <dsp:cNvSpPr/>
      </dsp:nvSpPr>
      <dsp:spPr>
        <a:xfrm>
          <a:off x="8673989" y="522146"/>
          <a:ext cx="2162347" cy="917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Data Management:</a:t>
          </a:r>
          <a:r>
            <a:rPr lang="en-US" sz="1400" b="0" i="0" kern="1200" baseline="0"/>
            <a:t> Use of HashMap for quick access and modification.</a:t>
          </a:r>
          <a:endParaRPr lang="en-US" sz="1400" kern="1200"/>
        </a:p>
      </dsp:txBody>
      <dsp:txXfrm>
        <a:off x="8673989" y="522146"/>
        <a:ext cx="2162347" cy="917359"/>
      </dsp:txXfrm>
    </dsp:sp>
    <dsp:sp modelId="{9FF270CD-62E0-4228-BAB0-A96925C23B04}">
      <dsp:nvSpPr>
        <dsp:cNvPr id="0" name=""/>
        <dsp:cNvSpPr/>
      </dsp:nvSpPr>
      <dsp:spPr>
        <a:xfrm>
          <a:off x="253938" y="2029183"/>
          <a:ext cx="917359" cy="91735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8D0384-79CC-4449-AE3E-A9CBEDB08D25}">
      <dsp:nvSpPr>
        <dsp:cNvPr id="0" name=""/>
        <dsp:cNvSpPr/>
      </dsp:nvSpPr>
      <dsp:spPr>
        <a:xfrm>
          <a:off x="446584" y="2221829"/>
          <a:ext cx="532068" cy="5320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68CE9F-270B-42AF-8B1B-D4479DD4E0F6}">
      <dsp:nvSpPr>
        <dsp:cNvPr id="0" name=""/>
        <dsp:cNvSpPr/>
      </dsp:nvSpPr>
      <dsp:spPr>
        <a:xfrm>
          <a:off x="1367875" y="2029183"/>
          <a:ext cx="2162347" cy="917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Validation:</a:t>
          </a:r>
          <a:r>
            <a:rPr lang="en-US" sz="1400" b="0" i="0" kern="1200" baseline="0"/>
            <a:t> Input checked for correctness to avoid runtime errors.</a:t>
          </a:r>
          <a:endParaRPr lang="en-US" sz="1400" kern="1200"/>
        </a:p>
      </dsp:txBody>
      <dsp:txXfrm>
        <a:off x="1367875" y="2029183"/>
        <a:ext cx="2162347" cy="917359"/>
      </dsp:txXfrm>
    </dsp:sp>
    <dsp:sp modelId="{B4F49972-6DD6-4B47-958E-A7CA6055A1D6}">
      <dsp:nvSpPr>
        <dsp:cNvPr id="0" name=""/>
        <dsp:cNvSpPr/>
      </dsp:nvSpPr>
      <dsp:spPr>
        <a:xfrm>
          <a:off x="3906995" y="2029183"/>
          <a:ext cx="917359" cy="91735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AB561-C5F4-4FAE-AD83-7D2D707AEDF1}">
      <dsp:nvSpPr>
        <dsp:cNvPr id="0" name=""/>
        <dsp:cNvSpPr/>
      </dsp:nvSpPr>
      <dsp:spPr>
        <a:xfrm>
          <a:off x="4099641" y="2221829"/>
          <a:ext cx="532068" cy="5320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925BC-CFFF-4792-9903-ABC5DD2904C7}">
      <dsp:nvSpPr>
        <dsp:cNvPr id="0" name=""/>
        <dsp:cNvSpPr/>
      </dsp:nvSpPr>
      <dsp:spPr>
        <a:xfrm>
          <a:off x="5020932" y="2029183"/>
          <a:ext cx="2162347" cy="917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Menu-driven Interaction:</a:t>
          </a:r>
          <a:r>
            <a:rPr lang="en-US" sz="1400" b="0" i="0" kern="1200" baseline="0"/>
            <a:t> User-friendly console interface for admin operations.</a:t>
          </a:r>
          <a:endParaRPr lang="en-US" sz="1400" kern="1200"/>
        </a:p>
      </dsp:txBody>
      <dsp:txXfrm>
        <a:off x="5020932" y="2029183"/>
        <a:ext cx="2162347" cy="91735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18E73-CB60-47B7-88F1-54D688AB57CE}">
      <dsp:nvSpPr>
        <dsp:cNvPr id="0" name=""/>
        <dsp:cNvSpPr/>
      </dsp:nvSpPr>
      <dsp:spPr>
        <a:xfrm>
          <a:off x="5737" y="702358"/>
          <a:ext cx="1157624" cy="11576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09E7C-D57E-48A5-A425-02BFA9959328}">
      <dsp:nvSpPr>
        <dsp:cNvPr id="0" name=""/>
        <dsp:cNvSpPr/>
      </dsp:nvSpPr>
      <dsp:spPr>
        <a:xfrm>
          <a:off x="5737" y="1982215"/>
          <a:ext cx="3307499" cy="868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/>
            <a:t>The Health Insurance Management System successfully demonstrates how </a:t>
          </a:r>
          <a:r>
            <a:rPr lang="en-US" sz="1400" b="1" i="0" kern="1200" baseline="0"/>
            <a:t>Java OOP</a:t>
          </a:r>
          <a:r>
            <a:rPr lang="en-US" sz="1400" b="0" i="0" kern="1200" baseline="0"/>
            <a:t> can model real-world scenarios.</a:t>
          </a:r>
          <a:endParaRPr lang="en-US" sz="1400" kern="1200"/>
        </a:p>
      </dsp:txBody>
      <dsp:txXfrm>
        <a:off x="5737" y="1982215"/>
        <a:ext cx="3307499" cy="868218"/>
      </dsp:txXfrm>
    </dsp:sp>
    <dsp:sp modelId="{4AB7C37A-15B4-4AA7-A4D5-FDAD824D9970}">
      <dsp:nvSpPr>
        <dsp:cNvPr id="0" name=""/>
        <dsp:cNvSpPr/>
      </dsp:nvSpPr>
      <dsp:spPr>
        <a:xfrm>
          <a:off x="5737" y="2907286"/>
          <a:ext cx="3307499" cy="63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636DA-DFE0-4991-AB28-0D3317DD03DE}">
      <dsp:nvSpPr>
        <dsp:cNvPr id="0" name=""/>
        <dsp:cNvSpPr/>
      </dsp:nvSpPr>
      <dsp:spPr>
        <a:xfrm>
          <a:off x="3892050" y="702358"/>
          <a:ext cx="1157624" cy="11576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6D2C6-DB05-4AA6-AD6C-DF45F6E1758D}">
      <dsp:nvSpPr>
        <dsp:cNvPr id="0" name=""/>
        <dsp:cNvSpPr/>
      </dsp:nvSpPr>
      <dsp:spPr>
        <a:xfrm>
          <a:off x="3892050" y="1982215"/>
          <a:ext cx="3307499" cy="868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/>
            <a:t>It efficiently manages health insurance operations such as </a:t>
          </a:r>
          <a:r>
            <a:rPr lang="en-US" sz="1400" b="1" i="0" kern="1200" baseline="0"/>
            <a:t>member addition, claims, and policy upgrades</a:t>
          </a:r>
          <a:r>
            <a:rPr lang="en-US" sz="1400" b="0" i="0" kern="1200" baseline="0"/>
            <a:t>.</a:t>
          </a:r>
          <a:endParaRPr lang="en-US" sz="1400" kern="1200"/>
        </a:p>
      </dsp:txBody>
      <dsp:txXfrm>
        <a:off x="3892050" y="1982215"/>
        <a:ext cx="3307499" cy="868218"/>
      </dsp:txXfrm>
    </dsp:sp>
    <dsp:sp modelId="{2D8C148B-E9CB-4CAC-B2E3-43395050D217}">
      <dsp:nvSpPr>
        <dsp:cNvPr id="0" name=""/>
        <dsp:cNvSpPr/>
      </dsp:nvSpPr>
      <dsp:spPr>
        <a:xfrm>
          <a:off x="3892050" y="2907286"/>
          <a:ext cx="3307499" cy="63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457F01-7385-48C8-9B18-1093B2222E11}">
      <dsp:nvSpPr>
        <dsp:cNvPr id="0" name=""/>
        <dsp:cNvSpPr/>
      </dsp:nvSpPr>
      <dsp:spPr>
        <a:xfrm>
          <a:off x="7778362" y="702358"/>
          <a:ext cx="1157624" cy="11576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9405C-A2AF-400B-A685-D01D8C347E53}">
      <dsp:nvSpPr>
        <dsp:cNvPr id="0" name=""/>
        <dsp:cNvSpPr/>
      </dsp:nvSpPr>
      <dsp:spPr>
        <a:xfrm>
          <a:off x="7778362" y="1982215"/>
          <a:ext cx="3307499" cy="868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/>
            <a:t>The system is modular, scalable, and a strong foundation for future improvements such as:</a:t>
          </a:r>
          <a:endParaRPr lang="en-US" sz="1400" kern="1200"/>
        </a:p>
      </dsp:txBody>
      <dsp:txXfrm>
        <a:off x="7778362" y="1982215"/>
        <a:ext cx="3307499" cy="868218"/>
      </dsp:txXfrm>
    </dsp:sp>
    <dsp:sp modelId="{285C16A1-4107-4E8B-B8A4-65D89BFD532A}">
      <dsp:nvSpPr>
        <dsp:cNvPr id="0" name=""/>
        <dsp:cNvSpPr/>
      </dsp:nvSpPr>
      <dsp:spPr>
        <a:xfrm>
          <a:off x="7778362" y="2907286"/>
          <a:ext cx="3307499" cy="63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GUI-based front-end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Database storage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User login and authentication</a:t>
          </a:r>
          <a:endParaRPr lang="en-US" sz="1100" kern="1200"/>
        </a:p>
      </dsp:txBody>
      <dsp:txXfrm>
        <a:off x="7778362" y="2907286"/>
        <a:ext cx="3307499" cy="637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Saturday, November 8,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680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3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2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4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8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291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0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8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4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2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Saturday, November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Saturday, November 8,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4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BC543-1E9C-5728-844C-2498ECD8D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549275"/>
            <a:ext cx="3565524" cy="1997855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Health Insurance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CB51E-7343-C371-96C0-F7500BBFF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2678400"/>
            <a:ext cx="3565525" cy="3414425"/>
          </a:xfrm>
        </p:spPr>
        <p:txBody>
          <a:bodyPr vert="horz" wrap="square" lIns="0" tIns="0" rIns="0" bIns="0" rtlCol="0" anchor="t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Team Members:-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1.Karthika V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2.Kaviya  Raj P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3.Agilesh R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4.Badrinath G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5.Emil Antony </a:t>
            </a:r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607F17B1-7E09-0BD1-9CCE-6BB4F27A5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7" r="30341" b="-2"/>
          <a:stretch>
            <a:fillRect/>
          </a:stretch>
        </p:blipFill>
        <p:spPr>
          <a:xfrm>
            <a:off x="5588000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183B29DA-9BB8-4BA8-B8E1-8C2B5440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D02496F8-166D-469A-8040-08608013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23E648A7-A02A-4DC7-9FEC-489F1BA6F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4EF573B1-38BC-4C7B-894C-BE3864A04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647A77D8-817B-4A9F-86AA-FE781E81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1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DB9AC9A-C1ED-4713-9A6E-D5EBBB401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6AC926-CD75-07F1-A3AC-B1A4B75E8E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323429" y="1545462"/>
            <a:ext cx="8868571" cy="38586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Health Insurance Management System (HIMS)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a Java-based console application developed to manage health insurance members and policies efficiently.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demonstrates the use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Object-Oriented Programming principles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such as classes, inheritance, and encapsulation.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system provides admin functionalities for policy management, member registration, upgrades, and claims.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88377-425F-EEE0-704C-DEE70B724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9007" y="857130"/>
            <a:ext cx="8280400" cy="13766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>
                    <a:alpha val="60000"/>
                  </a:schemeClr>
                </a:solidFill>
              </a:rPr>
              <a:t>Introduction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FCFAB40-DA7C-4B6C-AD10-4EC44B54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796" y="46546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3296DCF-CBB7-4351-9E7E-623649419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594206" y="2826355"/>
            <a:ext cx="3366189" cy="1853969"/>
          </a:xfrm>
          <a:custGeom>
            <a:avLst/>
            <a:gdLst>
              <a:gd name="connsiteX0" fmla="*/ 201268 w 3366189"/>
              <a:gd name="connsiteY0" fmla="*/ 543015 h 1853969"/>
              <a:gd name="connsiteX1" fmla="*/ 1512221 w 3366189"/>
              <a:gd name="connsiteY1" fmla="*/ 0 h 1853969"/>
              <a:gd name="connsiteX2" fmla="*/ 3366189 w 3366189"/>
              <a:gd name="connsiteY2" fmla="*/ 1853969 h 1853969"/>
              <a:gd name="connsiteX3" fmla="*/ 2439204 w 3366189"/>
              <a:gd name="connsiteY3" fmla="*/ 1853969 h 1853969"/>
              <a:gd name="connsiteX4" fmla="*/ 1512221 w 3366189"/>
              <a:gd name="connsiteY4" fmla="*/ 926985 h 1853969"/>
              <a:gd name="connsiteX5" fmla="*/ 743552 w 3366189"/>
              <a:gd name="connsiteY5" fmla="*/ 1335684 h 1853969"/>
              <a:gd name="connsiteX6" fmla="*/ 676116 w 3366189"/>
              <a:gd name="connsiteY6" fmla="*/ 1459924 h 1853969"/>
              <a:gd name="connsiteX7" fmla="*/ 0 w 3366189"/>
              <a:gd name="connsiteY7" fmla="*/ 783808 h 1853969"/>
              <a:gd name="connsiteX8" fmla="*/ 81609 w 3366189"/>
              <a:gd name="connsiteY8" fmla="*/ 674673 h 1853969"/>
              <a:gd name="connsiteX9" fmla="*/ 201268 w 3366189"/>
              <a:gd name="connsiteY9" fmla="*/ 543015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66189" h="1853969">
                <a:moveTo>
                  <a:pt x="201268" y="543015"/>
                </a:moveTo>
                <a:cubicBezTo>
                  <a:pt x="536770" y="207513"/>
                  <a:pt x="1000262" y="0"/>
                  <a:pt x="1512221" y="0"/>
                </a:cubicBezTo>
                <a:cubicBezTo>
                  <a:pt x="2536139" y="0"/>
                  <a:pt x="3366189" y="830051"/>
                  <a:pt x="3366189" y="1853969"/>
                </a:cubicBezTo>
                <a:lnTo>
                  <a:pt x="2439204" y="1853969"/>
                </a:lnTo>
                <a:cubicBezTo>
                  <a:pt x="2439204" y="1342010"/>
                  <a:pt x="2024180" y="926985"/>
                  <a:pt x="1512221" y="926985"/>
                </a:cubicBezTo>
                <a:cubicBezTo>
                  <a:pt x="1192247" y="926985"/>
                  <a:pt x="910138" y="1089104"/>
                  <a:pt x="743552" y="1335684"/>
                </a:cubicBezTo>
                <a:lnTo>
                  <a:pt x="676116" y="1459924"/>
                </a:lnTo>
                <a:lnTo>
                  <a:pt x="0" y="783808"/>
                </a:lnTo>
                <a:lnTo>
                  <a:pt x="81609" y="674673"/>
                </a:lnTo>
                <a:cubicBezTo>
                  <a:pt x="119392" y="628891"/>
                  <a:pt x="159330" y="584953"/>
                  <a:pt x="201268" y="543015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/>
              </a:gs>
              <a:gs pos="0">
                <a:schemeClr val="bg2">
                  <a:lumMod val="90000"/>
                  <a:lumOff val="10000"/>
                </a:schemeClr>
              </a:gs>
            </a:gsLst>
            <a:lin ang="16200000" scaled="0"/>
            <a:tileRect/>
          </a:gradFill>
          <a:ln>
            <a:noFill/>
          </a:ln>
          <a:effectLst>
            <a:innerShdw blurRad="406400" dist="190500" dir="1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1AE2471-23B2-4B94-A613-E68609916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620971" y="2691401"/>
            <a:ext cx="3326036" cy="2226949"/>
          </a:xfrm>
          <a:custGeom>
            <a:avLst/>
            <a:gdLst>
              <a:gd name="connsiteX0" fmla="*/ 322118 w 3326036"/>
              <a:gd name="connsiteY0" fmla="*/ 508527 h 2226949"/>
              <a:gd name="connsiteX1" fmla="*/ 1501413 w 3326036"/>
              <a:gd name="connsiteY1" fmla="*/ 0 h 2226949"/>
              <a:gd name="connsiteX2" fmla="*/ 3317715 w 3326036"/>
              <a:gd name="connsiteY2" fmla="*/ 1778141 h 2226949"/>
              <a:gd name="connsiteX3" fmla="*/ 3326036 w 3326036"/>
              <a:gd name="connsiteY3" fmla="*/ 1843633 h 2226949"/>
              <a:gd name="connsiteX4" fmla="*/ 2942720 w 3326036"/>
              <a:gd name="connsiteY4" fmla="*/ 2226949 h 2226949"/>
              <a:gd name="connsiteX5" fmla="*/ 2428396 w 3326036"/>
              <a:gd name="connsiteY5" fmla="*/ 2226949 h 2226949"/>
              <a:gd name="connsiteX6" fmla="*/ 1501413 w 3326036"/>
              <a:gd name="connsiteY6" fmla="*/ 1113475 h 2226949"/>
              <a:gd name="connsiteX7" fmla="*/ 732744 w 3326036"/>
              <a:gd name="connsiteY7" fmla="*/ 1604395 h 2226949"/>
              <a:gd name="connsiteX8" fmla="*/ 715116 w 3326036"/>
              <a:gd name="connsiteY8" fmla="*/ 1639249 h 2226949"/>
              <a:gd name="connsiteX9" fmla="*/ 0 w 3326036"/>
              <a:gd name="connsiteY9" fmla="*/ 924133 h 2226949"/>
              <a:gd name="connsiteX10" fmla="*/ 70802 w 3326036"/>
              <a:gd name="connsiteY10" fmla="*/ 810403 h 2226949"/>
              <a:gd name="connsiteX11" fmla="*/ 322118 w 3326036"/>
              <a:gd name="connsiteY11" fmla="*/ 508527 h 222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26036" h="2226949">
                <a:moveTo>
                  <a:pt x="322118" y="508527"/>
                </a:moveTo>
                <a:cubicBezTo>
                  <a:pt x="642593" y="190840"/>
                  <a:pt x="1053449" y="0"/>
                  <a:pt x="1501413" y="0"/>
                </a:cubicBezTo>
                <a:cubicBezTo>
                  <a:pt x="2397341" y="0"/>
                  <a:pt x="3144839" y="763359"/>
                  <a:pt x="3317715" y="1778141"/>
                </a:cubicBezTo>
                <a:lnTo>
                  <a:pt x="3326036" y="1843633"/>
                </a:lnTo>
                <a:lnTo>
                  <a:pt x="2942720" y="2226949"/>
                </a:lnTo>
                <a:lnTo>
                  <a:pt x="2428396" y="2226949"/>
                </a:lnTo>
                <a:cubicBezTo>
                  <a:pt x="2428396" y="1611994"/>
                  <a:pt x="2013372" y="1113475"/>
                  <a:pt x="1501413" y="1113475"/>
                </a:cubicBezTo>
                <a:cubicBezTo>
                  <a:pt x="1181439" y="1113475"/>
                  <a:pt x="899329" y="1308209"/>
                  <a:pt x="732744" y="1604395"/>
                </a:cubicBezTo>
                <a:lnTo>
                  <a:pt x="715116" y="1639249"/>
                </a:lnTo>
                <a:lnTo>
                  <a:pt x="0" y="924133"/>
                </a:lnTo>
                <a:lnTo>
                  <a:pt x="70802" y="810403"/>
                </a:lnTo>
                <a:cubicBezTo>
                  <a:pt x="146367" y="700418"/>
                  <a:pt x="230553" y="599295"/>
                  <a:pt x="322118" y="508527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60000"/>
            </a:schemeClr>
          </a:solidFill>
          <a:ln>
            <a:noFill/>
          </a:ln>
          <a:effectLst>
            <a:softEdge rad="444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B59F4D-13F5-4E73-B3D4-2CFDEC0C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1183572" y="4805365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0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A43D8-9671-A90A-8FE7-B65A0192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Objective of Project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839C9A-E8C2-8F54-C34C-5B9CD49D4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888451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355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6B4EA-4C54-7BA8-2126-173E3B60C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About the Project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4369C79-CE78-FDD5-031D-2C635836E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350471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968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A9D44-24A4-0B81-1EFE-47FE7AF8D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Project Details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572DDE-2A35-87C9-BCCA-9E472D3348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362417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3407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45C67-4546-6064-EFDC-2D0DB186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7508A-6882-ABDA-AA6A-11D6FDB37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/>
              <a:t>Project Details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71DC1B3-EC28-7267-6E8A-47A7172C3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239847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8883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4D337-7A50-34FD-B423-E21717E2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Major Modules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76FDA20-3B82-41A1-39E8-828E59A993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7734050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619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20DDE-F91E-9CE7-D0FD-B64C5EDA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63B75-42F7-B13A-FBD5-4552AB8B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Major Modules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385F17F-236C-AF06-EEEB-2C4C372B10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166826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07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EA555-9B33-EC2D-3273-6C44FA42F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Roles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A69CB0-E37B-5297-489C-92C1BC909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842535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273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C98A6-D842-2220-6D3E-BA026CFF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0CA6A2-6050-C928-8E1F-82EED631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Roles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01DA11-B867-F6CA-EDF2-FCB3BE483E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092863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9287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E85C8-BD25-74DD-0AE7-5DFD7412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D27C5-894A-A1CA-F995-E1D18E6F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Roles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05430E-3C26-DB6D-D945-C212EF548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841394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3475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75DAE-1AB9-E6E3-3DDF-124AB707F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Duration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510DFD-10A7-31CC-B9CF-A56DD6A141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384045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475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89942-D172-7A55-FAA5-635E5163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7308850" cy="986400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Approach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392DC7-0988-443B-A0D0-E726C7DB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4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9BB0891-FE2A-7A91-1D84-A997B5AA2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075778"/>
              </p:ext>
            </p:extLst>
          </p:nvPr>
        </p:nvGraphicFramePr>
        <p:xfrm>
          <a:off x="550863" y="2624135"/>
          <a:ext cx="11090276" cy="3468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289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0685B-562E-86F5-9DD9-4B791F5A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7308850" cy="986400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392DC7-0988-443B-A0D0-E726C7DB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4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D7B32B53-D284-A27D-1ADA-54E44D6D4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899346"/>
              </p:ext>
            </p:extLst>
          </p:nvPr>
        </p:nvGraphicFramePr>
        <p:xfrm>
          <a:off x="550863" y="2624135"/>
          <a:ext cx="11090276" cy="3468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2185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8D8A-85FB-EDA4-BEA8-8958668A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89FD-4301-0481-AB57-93E6A815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7FFE7E-EF66-0976-3845-CCF3CD73F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58686" y="1326469"/>
            <a:ext cx="9699171" cy="479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1151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0D08-CC49-D773-350C-D559A684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E174-6B1B-C0EF-C49E-659C7150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2F0821-02F1-5F71-96A6-8CD485A75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256" y="1786392"/>
            <a:ext cx="10271487" cy="39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68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11D3F-40A5-A8EC-B4B1-F7340F86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E395-1B81-8223-5386-6AA25B5FC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4E236-7473-825B-C990-AA4CC94F5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2" y="1436914"/>
            <a:ext cx="11090274" cy="465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51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29237-2D3D-E447-A945-3753A5609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A946-8DC9-76DE-993D-3EC42117D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F2B42-DE8C-B7C8-DE3E-F5DC3849E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14" y="1502229"/>
            <a:ext cx="5514815" cy="44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1C9089-27DE-EBFC-0C36-49420B50F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287" y="1502229"/>
            <a:ext cx="4713514" cy="44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892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1B593-E99B-C6AC-EA8C-FF01249A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AF2B-319A-3590-59D7-F7DDBE3A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CF322E-8F6D-5743-B098-230AB0D5C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287" y="1502229"/>
            <a:ext cx="4713514" cy="4457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80FF85-3208-40A9-8068-A48DE974A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30976"/>
            <a:ext cx="5519058" cy="4225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7FA464-1159-A5F3-9B99-F31D4932E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568" y="1745292"/>
            <a:ext cx="7373379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22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6B67-8B15-E266-F844-58F4E4F9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65BB-5650-BF86-8549-8EB4434E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Result:-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56088-B934-8B85-A83D-CA9BD9E38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2" y="1984248"/>
            <a:ext cx="5505929" cy="2696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02E6A6-86C5-2D28-0382-3EFE1E77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01" y="1479690"/>
            <a:ext cx="5138937" cy="349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45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F50E-990A-D60A-D75A-CACA8F75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9C25-DEAA-047B-1383-FC6913F2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2ECD56-9EB8-6A5E-82CD-3EC3C7332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2" y="1948743"/>
            <a:ext cx="4057650" cy="30279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F89193-75C2-863B-1157-54B42E3A7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439" y="2624534"/>
            <a:ext cx="40957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09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BD6B-1C27-34DE-5211-A9AE6A46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852C6-FE27-B6F7-6E93-2D14F64A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96336-FA48-E21F-BBCF-880C427B7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36" y="2357437"/>
            <a:ext cx="4152900" cy="2143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B5D72E-F4D4-0F38-13C6-93EF67CA5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878" y="2972235"/>
            <a:ext cx="5314950" cy="72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76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566A-6972-CAB6-E0B9-AB72A5F6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DFB4BC1-DF76-CABE-DF8F-178742139B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539" y="1305341"/>
          <a:ext cx="11091600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7164003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769</Words>
  <Application>Microsoft Office PowerPoint</Application>
  <PresentationFormat>Widescreen</PresentationFormat>
  <Paragraphs>108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Avenir Next LT Pro</vt:lpstr>
      <vt:lpstr>3DFloatVTI</vt:lpstr>
      <vt:lpstr>Health Insurance Management</vt:lpstr>
      <vt:lpstr>The Health Insurance Management System (HIMS) is a Java-based console application developed to manage health insurance members and policies efficiently.  It demonstrates the use of Object-Oriented Programming principles such as classes, inheritance, and encapsulation.  The system provides admin functionalities for policy management, member registration, upgrades, and claims.</vt:lpstr>
      <vt:lpstr>Objective of Project</vt:lpstr>
      <vt:lpstr>About the Project</vt:lpstr>
      <vt:lpstr>Project Details</vt:lpstr>
      <vt:lpstr>Project Details</vt:lpstr>
      <vt:lpstr>Major Modules</vt:lpstr>
      <vt:lpstr>Major Modules</vt:lpstr>
      <vt:lpstr>Roles</vt:lpstr>
      <vt:lpstr>Roles</vt:lpstr>
      <vt:lpstr>Roles</vt:lpstr>
      <vt:lpstr>Duration</vt:lpstr>
      <vt:lpstr>Approach</vt:lpstr>
      <vt:lpstr>Report</vt:lpstr>
      <vt:lpstr>Result:-</vt:lpstr>
      <vt:lpstr>Result:-</vt:lpstr>
      <vt:lpstr>Result:-</vt:lpstr>
      <vt:lpstr>Result:-</vt:lpstr>
      <vt:lpstr>Result:-</vt:lpstr>
      <vt:lpstr>Result:-</vt:lpstr>
      <vt:lpstr>Result:-</vt:lpstr>
      <vt:lpstr>Result:-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Badrinath Gunaseelan(UST-HealthProof,IN)</dc:creator>
  <cp:lastModifiedBy>Badrinath Gunaseelan(UST-HealthProof,IN)</cp:lastModifiedBy>
  <cp:revision>4</cp:revision>
  <dcterms:created xsi:type="dcterms:W3CDTF">2025-11-07T07:25:22Z</dcterms:created>
  <dcterms:modified xsi:type="dcterms:W3CDTF">2025-11-08T08:43:24Z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2025-11-07T11:25:00Z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5059e8e5-0e8d-434a-932a-d00c3c489de3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